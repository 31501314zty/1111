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85" r:id="rId5"/>
    <p:sldId id="259" r:id="rId6"/>
    <p:sldId id="262" r:id="rId7"/>
    <p:sldId id="265" r:id="rId8"/>
    <p:sldId id="312" r:id="rId9"/>
    <p:sldId id="268" r:id="rId10"/>
    <p:sldId id="264" r:id="rId11"/>
    <p:sldId id="313" r:id="rId12"/>
    <p:sldId id="330" r:id="rId13"/>
    <p:sldId id="335" r:id="rId14"/>
    <p:sldId id="336" r:id="rId15"/>
    <p:sldId id="337" r:id="rId16"/>
    <p:sldId id="338" r:id="rId17"/>
    <p:sldId id="314" r:id="rId18"/>
    <p:sldId id="316" r:id="rId19"/>
    <p:sldId id="270" r:id="rId20"/>
    <p:sldId id="280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62739"/>
    <a:srgbClr val="020528"/>
    <a:srgbClr val="0103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20565" autoAdjust="0"/>
    <p:restoredTop sz="94660" autoAdjust="0"/>
  </p:normalViewPr>
  <p:slideViewPr>
    <p:cSldViewPr snapToGrid="0">
      <p:cViewPr varScale="1">
        <p:scale>
          <a:sx n="75" d="100"/>
          <a:sy n="75" d="100"/>
        </p:scale>
        <p:origin x="-108" y="-7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87690E-14B3-4258-B19F-6C7F3AAC2D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90D03-8F3A-4A6B-A604-32DB7E2C25C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90D03-8F3A-4A6B-A604-32DB7E2C25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AA39BF-A0C1-4329-B52D-A0BC4CCA7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90D03-8F3A-4A6B-A604-32DB7E2C25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90D03-8F3A-4A6B-A604-32DB7E2C25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9pPr>
          </a:lstStyle>
          <a:p>
            <a:fld id="{62AEF6BB-E566-4965-9D48-3325CE811542}" type="slidenum">
              <a:rPr lang="zh-CN" altLang="en-US" smtClean="0">
                <a:latin typeface="Calibri" panose="020F0502020204030204" pitchFamily="34" charset="0"/>
              </a:rPr>
            </a:fld>
            <a:endParaRPr lang="en-US" altLang="zh-CN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90D03-8F3A-4A6B-A604-32DB7E2C25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9pPr>
          </a:lstStyle>
          <a:p>
            <a:fld id="{62AEF6BB-E566-4965-9D48-3325CE811542}" type="slidenum">
              <a:rPr lang="zh-CN" altLang="en-US" smtClean="0">
                <a:latin typeface="Calibri" panose="020F0502020204030204" pitchFamily="34" charset="0"/>
              </a:rPr>
            </a:fld>
            <a:endParaRPr lang="en-US" altLang="zh-CN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9pPr>
          </a:lstStyle>
          <a:p>
            <a:fld id="{62AEF6BB-E566-4965-9D48-3325CE811542}" type="slidenum">
              <a:rPr lang="zh-CN" altLang="en-US" smtClean="0">
                <a:latin typeface="Calibri" panose="020F0502020204030204" pitchFamily="34" charset="0"/>
              </a:rPr>
            </a:fld>
            <a:endParaRPr lang="en-US" altLang="zh-CN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90D03-8F3A-4A6B-A604-32DB7E2C25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panose="02010600030101010101" pitchFamily="2" charset="-122"/>
              </a:defRPr>
            </a:lvl9pPr>
          </a:lstStyle>
          <a:p>
            <a:fld id="{62AEF6BB-E566-4965-9D48-3325CE811542}" type="slidenum">
              <a:rPr lang="zh-CN" altLang="en-US" smtClean="0">
                <a:latin typeface="Calibri" panose="020F0502020204030204" pitchFamily="34" charset="0"/>
              </a:rPr>
            </a:fld>
            <a:endParaRPr lang="en-US" altLang="zh-CN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90D03-8F3A-4A6B-A604-32DB7E2C25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90D03-8F3A-4A6B-A604-32DB7E2C25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90D03-8F3A-4A6B-A604-32DB7E2C25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90D03-8F3A-4A6B-A604-32DB7E2C25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rgbClr val="020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895529" y="1928480"/>
            <a:ext cx="8300244" cy="1719781"/>
          </a:xfrm>
        </p:spPr>
        <p:txBody>
          <a:bodyPr anchor="ctr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705512" y="4578157"/>
            <a:ext cx="6755430" cy="721631"/>
          </a:xfrm>
          <a:solidFill>
            <a:srgbClr val="D62739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  <a:lvl2pPr marL="335280" indent="0" algn="ctr">
              <a:buNone/>
              <a:defRPr sz="1470"/>
            </a:lvl2pPr>
            <a:lvl3pPr marL="671195" indent="0" algn="ctr">
              <a:buNone/>
              <a:defRPr sz="1320"/>
            </a:lvl3pPr>
            <a:lvl4pPr marL="1006475" indent="0" algn="ctr">
              <a:buNone/>
              <a:defRPr sz="1175"/>
            </a:lvl4pPr>
            <a:lvl5pPr marL="1341755" indent="0" algn="ctr">
              <a:buNone/>
              <a:defRPr sz="1175"/>
            </a:lvl5pPr>
            <a:lvl6pPr marL="1677670" indent="0" algn="ctr">
              <a:buNone/>
              <a:defRPr sz="1175"/>
            </a:lvl6pPr>
            <a:lvl7pPr marL="2012950" indent="0" algn="ctr">
              <a:buNone/>
              <a:defRPr sz="1175"/>
            </a:lvl7pPr>
            <a:lvl8pPr marL="2348230" indent="0" algn="ctr">
              <a:buNone/>
              <a:defRPr sz="1175"/>
            </a:lvl8pPr>
            <a:lvl9pPr marL="2684145" indent="0" algn="ctr">
              <a:buNone/>
              <a:defRPr sz="1175"/>
            </a:lvl9pPr>
          </a:lstStyle>
          <a:p>
            <a:r>
              <a:rPr lang="zh-CN" altLang="en-US" dirty="0" smtClean="0"/>
              <a:t>编辑副标题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1" y="4134678"/>
            <a:ext cx="12192000" cy="0"/>
          </a:xfrm>
          <a:prstGeom prst="line">
            <a:avLst/>
          </a:prstGeom>
          <a:ln w="19050">
            <a:solidFill>
              <a:srgbClr val="D627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6CD4-DAE2-47B9-A7CC-933EF66CC0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0B60-E105-4C96-BD71-B24E31924C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800" y="169200"/>
            <a:ext cx="10512000" cy="864000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5443" y="2649678"/>
            <a:ext cx="9427541" cy="2134536"/>
          </a:xfrm>
        </p:spPr>
        <p:txBody>
          <a:bodyPr>
            <a:normAutofit/>
          </a:bodyPr>
          <a:lstStyle>
            <a:lvl1pPr marL="0" indent="0" algn="just">
              <a:buFontTx/>
              <a:buNone/>
              <a:defRPr sz="2400"/>
            </a:lvl1pPr>
            <a:lvl2pPr marL="335280" indent="0" algn="just">
              <a:buFontTx/>
              <a:buNone/>
              <a:defRPr sz="2000"/>
            </a:lvl2pPr>
            <a:lvl3pPr marL="671195" indent="0" algn="just">
              <a:buFontTx/>
              <a:buNone/>
              <a:defRPr sz="1800"/>
            </a:lvl3pPr>
            <a:lvl4pPr marL="1006475" indent="0" algn="just">
              <a:buFontTx/>
              <a:buNone/>
              <a:defRPr sz="1800"/>
            </a:lvl4pPr>
            <a:lvl5pPr marL="1341755" indent="0" algn="just">
              <a:buFontTx/>
              <a:buNone/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6CD4-DAE2-47B9-A7CC-933EF66CC0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0B60-E105-4C96-BD71-B24E31924C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D627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70"/>
          </a:p>
        </p:txBody>
      </p:sp>
      <p:sp>
        <p:nvSpPr>
          <p:cNvPr id="8" name="矩形 7"/>
          <p:cNvSpPr/>
          <p:nvPr userDrawn="1"/>
        </p:nvSpPr>
        <p:spPr>
          <a:xfrm>
            <a:off x="1" y="0"/>
            <a:ext cx="9846364" cy="6858000"/>
          </a:xfrm>
          <a:prstGeom prst="rect">
            <a:avLst/>
          </a:prstGeom>
          <a:solidFill>
            <a:srgbClr val="0205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7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-43068" y="1974843"/>
            <a:ext cx="2141746" cy="0"/>
          </a:xfrm>
          <a:prstGeom prst="line">
            <a:avLst/>
          </a:prstGeom>
          <a:ln w="19050">
            <a:solidFill>
              <a:srgbClr val="D627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27988" y="2636469"/>
            <a:ext cx="5611433" cy="1838660"/>
          </a:xfrm>
        </p:spPr>
        <p:txBody>
          <a:bodyPr anchor="ctr" anchorCtr="0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34824" y="4589863"/>
            <a:ext cx="7406376" cy="736242"/>
          </a:xfrm>
        </p:spPr>
        <p:txBody>
          <a:bodyPr/>
          <a:lstStyle>
            <a:lvl1pPr marL="0" indent="0" algn="ctr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1pPr>
            <a:lvl2pPr marL="335280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1195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006475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4pPr>
            <a:lvl5pPr marL="1341755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5pPr>
            <a:lvl6pPr marL="1677670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6pPr>
            <a:lvl7pPr marL="2012950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7pPr>
            <a:lvl8pPr marL="2348230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8pPr>
            <a:lvl9pPr marL="2684145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6CD4-DAE2-47B9-A7CC-933EF66CC0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0B60-E105-4C96-BD71-B24E31924C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895529" y="1648454"/>
            <a:ext cx="8467251" cy="1709214"/>
          </a:xfrm>
        </p:spPr>
        <p:txBody>
          <a:bodyPr>
            <a:normAutofit/>
          </a:bodyPr>
          <a:lstStyle>
            <a:lvl1pPr marL="0" indent="0" algn="just">
              <a:buFontTx/>
              <a:buNone/>
              <a:defRPr sz="2400"/>
            </a:lvl1pPr>
            <a:lvl2pPr marL="335280" indent="0" algn="just">
              <a:buFontTx/>
              <a:buNone/>
              <a:defRPr sz="2000"/>
            </a:lvl2pPr>
            <a:lvl3pPr marL="671195" indent="0" algn="just">
              <a:buFontTx/>
              <a:buNone/>
              <a:defRPr sz="1800"/>
            </a:lvl3pPr>
            <a:lvl4pPr marL="1006475" indent="0" algn="just">
              <a:buFontTx/>
              <a:buNone/>
              <a:defRPr sz="1800"/>
            </a:lvl4pPr>
            <a:lvl5pPr marL="1341755" indent="0" algn="just">
              <a:buFontTx/>
              <a:buNone/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895529" y="3874160"/>
            <a:ext cx="8467251" cy="1709214"/>
          </a:xfrm>
        </p:spPr>
        <p:txBody>
          <a:bodyPr>
            <a:normAutofit/>
          </a:bodyPr>
          <a:lstStyle>
            <a:lvl1pPr marL="0" indent="0" algn="just">
              <a:buFontTx/>
              <a:buNone/>
              <a:defRPr sz="2400"/>
            </a:lvl1pPr>
            <a:lvl2pPr marL="335280" indent="0" algn="just">
              <a:buFontTx/>
              <a:buNone/>
              <a:defRPr sz="2000"/>
            </a:lvl2pPr>
            <a:lvl3pPr marL="671195" indent="0" algn="just">
              <a:buFontTx/>
              <a:buNone/>
              <a:defRPr sz="1800"/>
            </a:lvl3pPr>
            <a:lvl4pPr marL="1006475" indent="0" algn="just">
              <a:buFontTx/>
              <a:buNone/>
              <a:defRPr sz="1800"/>
            </a:lvl4pPr>
            <a:lvl5pPr marL="1341755" indent="0" algn="just">
              <a:buFontTx/>
              <a:buNone/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6CD4-DAE2-47B9-A7CC-933EF66CC0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0B60-E105-4C96-BD71-B24E31924C32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560" y="1398572"/>
            <a:ext cx="5113372" cy="829879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35280" indent="0">
              <a:buNone/>
              <a:defRPr sz="1470" b="1"/>
            </a:lvl2pPr>
            <a:lvl3pPr marL="671195" indent="0">
              <a:buNone/>
              <a:defRPr sz="1320" b="1"/>
            </a:lvl3pPr>
            <a:lvl4pPr marL="1006475" indent="0">
              <a:buNone/>
              <a:defRPr sz="1175" b="1"/>
            </a:lvl4pPr>
            <a:lvl5pPr marL="1341755" indent="0">
              <a:buNone/>
              <a:defRPr sz="1175" b="1"/>
            </a:lvl5pPr>
            <a:lvl6pPr marL="1677670" indent="0">
              <a:buNone/>
              <a:defRPr sz="1175" b="1"/>
            </a:lvl6pPr>
            <a:lvl7pPr marL="2012950" indent="0">
              <a:buNone/>
              <a:defRPr sz="1175" b="1"/>
            </a:lvl7pPr>
            <a:lvl8pPr marL="2348230" indent="0">
              <a:buNone/>
              <a:defRPr sz="1175" b="1"/>
            </a:lvl8pPr>
            <a:lvl9pPr marL="2684145" indent="0">
              <a:buNone/>
              <a:defRPr sz="117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560" y="2370176"/>
            <a:ext cx="5113372" cy="3732044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26823" y="1398572"/>
            <a:ext cx="5125617" cy="829879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35280" indent="0">
              <a:buNone/>
              <a:defRPr sz="1470" b="1"/>
            </a:lvl2pPr>
            <a:lvl3pPr marL="671195" indent="0">
              <a:buNone/>
              <a:defRPr sz="1320" b="1"/>
            </a:lvl3pPr>
            <a:lvl4pPr marL="1006475" indent="0">
              <a:buNone/>
              <a:defRPr sz="1175" b="1"/>
            </a:lvl4pPr>
            <a:lvl5pPr marL="1341755" indent="0">
              <a:buNone/>
              <a:defRPr sz="1175" b="1"/>
            </a:lvl5pPr>
            <a:lvl6pPr marL="1677670" indent="0">
              <a:buNone/>
              <a:defRPr sz="1175" b="1"/>
            </a:lvl6pPr>
            <a:lvl7pPr marL="2012950" indent="0">
              <a:buNone/>
              <a:defRPr sz="1175" b="1"/>
            </a:lvl7pPr>
            <a:lvl8pPr marL="2348230" indent="0">
              <a:buNone/>
              <a:defRPr sz="1175" b="1"/>
            </a:lvl8pPr>
            <a:lvl9pPr marL="2684145" indent="0">
              <a:buNone/>
              <a:defRPr sz="1175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26824" y="2370176"/>
            <a:ext cx="5125616" cy="3732044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6CD4-DAE2-47B9-A7CC-933EF66CC0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0B60-E105-4C96-BD71-B24E31924C32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6CD4-DAE2-47B9-A7CC-933EF66CC0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0B60-E105-4C96-BD71-B24E31924C32}" type="slidenum">
              <a:rPr lang="zh-CN" altLang="en-US" smtClean="0"/>
            </a:fld>
            <a:endParaRPr lang="zh-CN" altLang="en-US"/>
          </a:p>
        </p:txBody>
      </p:sp>
      <p:cxnSp>
        <p:nvCxnSpPr>
          <p:cNvPr id="6" name="直接连接符 5"/>
          <p:cNvCxnSpPr/>
          <p:nvPr userDrawn="1">
            <p:custDataLst>
              <p:tags r:id="rId2"/>
            </p:custDataLst>
          </p:nvPr>
        </p:nvCxnSpPr>
        <p:spPr>
          <a:xfrm rot="5400000">
            <a:off x="6095999" y="-495205"/>
            <a:ext cx="0" cy="8111065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>
            <p:custDataLst>
              <p:tags r:id="rId3"/>
            </p:custDataLst>
          </p:nvPr>
        </p:nvCxnSpPr>
        <p:spPr>
          <a:xfrm rot="5400000">
            <a:off x="6095999" y="361415"/>
            <a:ext cx="0" cy="8111065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58" y="2071397"/>
            <a:ext cx="10512884" cy="1339642"/>
          </a:xfrm>
        </p:spPr>
        <p:txBody>
          <a:bodyPr>
            <a:normAutofit/>
          </a:bodyPr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3010036" y="3657619"/>
            <a:ext cx="5599113" cy="74066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6CD4-DAE2-47B9-A7CC-933EF66CC0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0B60-E105-4C96-BD71-B24E31924C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72008" y="684413"/>
            <a:ext cx="10516566" cy="864000"/>
          </a:xfrm>
        </p:spPr>
        <p:txBody>
          <a:bodyPr anchor="b">
            <a:normAutofit/>
          </a:bodyPr>
          <a:lstStyle>
            <a:lvl1pPr algn="r"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715553" y="2432135"/>
            <a:ext cx="3062792" cy="3215932"/>
          </a:xfrm>
        </p:spPr>
        <p:txBody>
          <a:bodyPr/>
          <a:lstStyle>
            <a:lvl1pPr marL="0" indent="0">
              <a:buNone/>
              <a:defRPr sz="2350"/>
            </a:lvl1pPr>
            <a:lvl2pPr marL="335280" indent="0">
              <a:buNone/>
              <a:defRPr sz="2055"/>
            </a:lvl2pPr>
            <a:lvl3pPr marL="671195" indent="0">
              <a:buNone/>
              <a:defRPr sz="1760"/>
            </a:lvl3pPr>
            <a:lvl4pPr marL="1006475" indent="0">
              <a:buNone/>
              <a:defRPr sz="1470"/>
            </a:lvl4pPr>
            <a:lvl5pPr marL="1341755" indent="0">
              <a:buNone/>
              <a:defRPr sz="1470"/>
            </a:lvl5pPr>
            <a:lvl6pPr marL="1677670" indent="0">
              <a:buNone/>
              <a:defRPr sz="1470"/>
            </a:lvl6pPr>
            <a:lvl7pPr marL="2012950" indent="0">
              <a:buNone/>
              <a:defRPr sz="1470"/>
            </a:lvl7pPr>
            <a:lvl8pPr marL="2348230" indent="0">
              <a:buNone/>
              <a:defRPr sz="1470"/>
            </a:lvl8pPr>
            <a:lvl9pPr marL="2684145" indent="0">
              <a:buNone/>
              <a:defRPr sz="147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449078" y="2432135"/>
            <a:ext cx="6339496" cy="3215932"/>
          </a:xfrm>
        </p:spPr>
        <p:txBody>
          <a:bodyPr>
            <a:normAutofit/>
          </a:bodyPr>
          <a:lstStyle>
            <a:lvl1pPr marL="0" indent="0" algn="r">
              <a:lnSpc>
                <a:spcPct val="130000"/>
              </a:lnSpc>
              <a:buNone/>
              <a:defRPr sz="2400">
                <a:solidFill>
                  <a:schemeClr val="accent1"/>
                </a:solidFill>
              </a:defRPr>
            </a:lvl1pPr>
            <a:lvl2pPr marL="335280" indent="0">
              <a:buNone/>
              <a:defRPr sz="1025"/>
            </a:lvl2pPr>
            <a:lvl3pPr marL="671195" indent="0">
              <a:buNone/>
              <a:defRPr sz="880"/>
            </a:lvl3pPr>
            <a:lvl4pPr marL="1006475" indent="0">
              <a:buNone/>
              <a:defRPr sz="735"/>
            </a:lvl4pPr>
            <a:lvl5pPr marL="1341755" indent="0">
              <a:buNone/>
              <a:defRPr sz="735"/>
            </a:lvl5pPr>
            <a:lvl6pPr marL="1677670" indent="0">
              <a:buNone/>
              <a:defRPr sz="735"/>
            </a:lvl6pPr>
            <a:lvl7pPr marL="2012950" indent="0">
              <a:buNone/>
              <a:defRPr sz="735"/>
            </a:lvl7pPr>
            <a:lvl8pPr marL="2348230" indent="0">
              <a:buNone/>
              <a:defRPr sz="735"/>
            </a:lvl8pPr>
            <a:lvl9pPr marL="2684145" indent="0">
              <a:buNone/>
              <a:defRPr sz="735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6CD4-DAE2-47B9-A7CC-933EF66CC0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0B60-E105-4C96-BD71-B24E31924C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6982" y="364627"/>
            <a:ext cx="2625460" cy="581188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9559" y="364627"/>
            <a:ext cx="7533926" cy="5811883"/>
          </a:xfrm>
        </p:spPr>
        <p:txBody>
          <a:bodyPr vert="eaVert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6CD4-DAE2-47B9-A7CC-933EF66CC0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0B60-E105-4C96-BD71-B24E31924C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1D3F-34E9-4F9D-84A2-72367D9F9A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DC01-BD11-43BE-8FE9-19C0CFD26E47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839559" y="255122"/>
            <a:ext cx="10512884" cy="581770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solidFill>
                  <a:schemeClr val="tx1"/>
                </a:solidFill>
              </a:defRPr>
            </a:lvl1pPr>
            <a:lvl2pPr marL="393700" indent="0">
              <a:buFontTx/>
              <a:buNone/>
              <a:defRPr sz="2000">
                <a:solidFill>
                  <a:schemeClr val="tx1"/>
                </a:solidFill>
              </a:defRPr>
            </a:lvl2pPr>
            <a:lvl3pPr marL="661035" indent="0">
              <a:buFontTx/>
              <a:buNone/>
              <a:defRPr sz="1800">
                <a:solidFill>
                  <a:schemeClr val="tx1"/>
                </a:solidFill>
              </a:defRPr>
            </a:lvl3pPr>
            <a:lvl4pPr marL="851535" indent="0">
              <a:buFontTx/>
              <a:buNone/>
              <a:defRPr sz="1800">
                <a:solidFill>
                  <a:schemeClr val="tx1"/>
                </a:solidFill>
              </a:defRPr>
            </a:lvl4pPr>
            <a:lvl5pPr marL="1054735" indent="0">
              <a:buFontTx/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4.xml"/><Relationship Id="rId11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10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9557" y="168915"/>
            <a:ext cx="10512884" cy="86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839558" y="1109023"/>
            <a:ext cx="10512887" cy="5067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1" y="600915"/>
            <a:ext cx="702364" cy="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9558" y="6355911"/>
            <a:ext cx="2743293" cy="3657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B6CD4-DAE2-47B9-A7CC-933EF66CC0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9454" y="6355911"/>
            <a:ext cx="4113095" cy="3657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149" y="6355911"/>
            <a:ext cx="2743293" cy="3657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70B60-E105-4C96-BD71-B24E31924C3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7056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67640" indent="-167640" algn="l" defTabSz="670560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3555" indent="-167640" algn="l" defTabSz="670560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38835" indent="-167640" algn="l" defTabSz="670560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74115" indent="-167640" algn="l" defTabSz="670560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10030" indent="-167640" algn="l" defTabSz="670560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45310" indent="-167640" algn="l" defTabSz="670560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80590" indent="-167640" algn="l" defTabSz="670560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6505" indent="-167640" algn="l" defTabSz="670560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51785" indent="-167640" algn="l" defTabSz="670560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7056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80" algn="l" defTabSz="67056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1195" algn="l" defTabSz="67056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6475" algn="l" defTabSz="67056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755" algn="l" defTabSz="67056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7670" algn="l" defTabSz="67056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2950" algn="l" defTabSz="67056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8230" algn="l" defTabSz="67056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4145" algn="l" defTabSz="67056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.xml"/><Relationship Id="rId3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0.xml"/><Relationship Id="rId3" Type="http://schemas.openxmlformats.org/officeDocument/2006/relationships/image" Target="../media/image2.jpeg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4" Type="http://schemas.openxmlformats.org/officeDocument/2006/relationships/notesSlide" Target="../notesSlides/notesSlide7.xml"/><Relationship Id="rId33" Type="http://schemas.openxmlformats.org/officeDocument/2006/relationships/slideLayout" Target="../slideLayouts/slideLayout2.xml"/><Relationship Id="rId32" Type="http://schemas.openxmlformats.org/officeDocument/2006/relationships/tags" Target="../tags/tag81.xml"/><Relationship Id="rId31" Type="http://schemas.openxmlformats.org/officeDocument/2006/relationships/tags" Target="../tags/tag80.xml"/><Relationship Id="rId30" Type="http://schemas.openxmlformats.org/officeDocument/2006/relationships/tags" Target="../tags/tag79.xml"/><Relationship Id="rId3" Type="http://schemas.openxmlformats.org/officeDocument/2006/relationships/tags" Target="../tags/tag52.xml"/><Relationship Id="rId29" Type="http://schemas.openxmlformats.org/officeDocument/2006/relationships/tags" Target="../tags/tag78.xml"/><Relationship Id="rId28" Type="http://schemas.openxmlformats.org/officeDocument/2006/relationships/tags" Target="../tags/tag77.xml"/><Relationship Id="rId27" Type="http://schemas.openxmlformats.org/officeDocument/2006/relationships/tags" Target="../tags/tag76.xml"/><Relationship Id="rId26" Type="http://schemas.openxmlformats.org/officeDocument/2006/relationships/tags" Target="../tags/tag75.xml"/><Relationship Id="rId25" Type="http://schemas.openxmlformats.org/officeDocument/2006/relationships/tags" Target="../tags/tag74.xml"/><Relationship Id="rId24" Type="http://schemas.openxmlformats.org/officeDocument/2006/relationships/tags" Target="../tags/tag73.xml"/><Relationship Id="rId23" Type="http://schemas.openxmlformats.org/officeDocument/2006/relationships/tags" Target="../tags/tag72.xml"/><Relationship Id="rId22" Type="http://schemas.openxmlformats.org/officeDocument/2006/relationships/tags" Target="../tags/tag71.xml"/><Relationship Id="rId21" Type="http://schemas.openxmlformats.org/officeDocument/2006/relationships/tags" Target="../tags/tag70.xml"/><Relationship Id="rId20" Type="http://schemas.openxmlformats.org/officeDocument/2006/relationships/tags" Target="../tags/tag69.xml"/><Relationship Id="rId2" Type="http://schemas.openxmlformats.org/officeDocument/2006/relationships/tags" Target="../tags/tag51.xml"/><Relationship Id="rId19" Type="http://schemas.openxmlformats.org/officeDocument/2006/relationships/tags" Target="../tags/tag68.xml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tags" Target="../tags/tag5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9" Type="http://schemas.openxmlformats.org/officeDocument/2006/relationships/notesSlide" Target="../notesSlides/notesSlide10.xml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123.xml"/><Relationship Id="rId26" Type="http://schemas.openxmlformats.org/officeDocument/2006/relationships/tags" Target="../tags/tag122.xml"/><Relationship Id="rId25" Type="http://schemas.openxmlformats.org/officeDocument/2006/relationships/tags" Target="../tags/tag121.xml"/><Relationship Id="rId24" Type="http://schemas.openxmlformats.org/officeDocument/2006/relationships/tags" Target="../tags/tag120.xml"/><Relationship Id="rId23" Type="http://schemas.openxmlformats.org/officeDocument/2006/relationships/tags" Target="../tags/tag119.xml"/><Relationship Id="rId22" Type="http://schemas.openxmlformats.org/officeDocument/2006/relationships/tags" Target="../tags/tag118.xml"/><Relationship Id="rId21" Type="http://schemas.openxmlformats.org/officeDocument/2006/relationships/tags" Target="../tags/tag117.xml"/><Relationship Id="rId20" Type="http://schemas.openxmlformats.org/officeDocument/2006/relationships/tags" Target="../tags/tag116.xml"/><Relationship Id="rId2" Type="http://schemas.openxmlformats.org/officeDocument/2006/relationships/tags" Target="../tags/tag98.xml"/><Relationship Id="rId19" Type="http://schemas.openxmlformats.org/officeDocument/2006/relationships/tags" Target="../tags/tag115.xml"/><Relationship Id="rId18" Type="http://schemas.openxmlformats.org/officeDocument/2006/relationships/tags" Target="../tags/tag114.xml"/><Relationship Id="rId17" Type="http://schemas.openxmlformats.org/officeDocument/2006/relationships/tags" Target="../tags/tag113.xml"/><Relationship Id="rId16" Type="http://schemas.openxmlformats.org/officeDocument/2006/relationships/tags" Target="../tags/tag112.xml"/><Relationship Id="rId15" Type="http://schemas.openxmlformats.org/officeDocument/2006/relationships/tags" Target="../tags/tag111.xml"/><Relationship Id="rId14" Type="http://schemas.openxmlformats.org/officeDocument/2006/relationships/tags" Target="../tags/tag110.xml"/><Relationship Id="rId13" Type="http://schemas.openxmlformats.org/officeDocument/2006/relationships/tags" Target="../tags/tag109.xml"/><Relationship Id="rId12" Type="http://schemas.openxmlformats.org/officeDocument/2006/relationships/tags" Target="../tags/tag108.xml"/><Relationship Id="rId11" Type="http://schemas.openxmlformats.org/officeDocument/2006/relationships/tags" Target="../tags/tag107.xml"/><Relationship Id="rId10" Type="http://schemas.openxmlformats.org/officeDocument/2006/relationships/tags" Target="../tags/tag106.xml"/><Relationship Id="rId1" Type="http://schemas.openxmlformats.org/officeDocument/2006/relationships/tags" Target="../tags/tag97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59.xml"/><Relationship Id="rId3" Type="http://schemas.openxmlformats.org/officeDocument/2006/relationships/image" Target="../media/image1.png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兼职云 </a:t>
            </a:r>
            <a:r>
              <a:rPr lang="en-US" altLang="zh-CN" dirty="0"/>
              <a:t>P-TIME Azure</a:t>
            </a:r>
            <a:endParaRPr lang="en-US" alt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 smtClean="0"/>
              <a:t>答辩人</a:t>
            </a:r>
            <a:r>
              <a:rPr lang="en-US" altLang="zh-CN" dirty="0" smtClean="0"/>
              <a:t>:</a:t>
            </a:r>
            <a:r>
              <a:rPr lang="zh-CN" altLang="en-US" dirty="0" smtClean="0"/>
              <a:t>徐佳伟</a:t>
            </a:r>
            <a:endParaRPr lang="zh-CN" altLang="en-US" dirty="0"/>
          </a:p>
        </p:txBody>
      </p:sp>
      <p:pic>
        <p:nvPicPr>
          <p:cNvPr id="1026" name="Picture 2" descr="C:\Documents and Settings\Administrator\桌面\148945851545229b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7677" y="3209925"/>
            <a:ext cx="4762500" cy="952500"/>
          </a:xfrm>
          <a:prstGeom prst="rect">
            <a:avLst/>
          </a:prstGeom>
          <a:noFill/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 txBox="1"/>
          <p:nvPr>
            <p:custDataLst>
              <p:tags r:id="rId1"/>
            </p:custDataLst>
          </p:nvPr>
        </p:nvSpPr>
        <p:spPr>
          <a:xfrm>
            <a:off x="839787" y="457200"/>
            <a:ext cx="4165200" cy="16002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 defTabSz="6705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dirty="0">
                <a:sym typeface="+mn-ea"/>
              </a:rPr>
              <a:t>什么是兼职云？</a:t>
            </a:r>
            <a:endParaRPr lang="zh-CN" altLang="en-US" dirty="0"/>
          </a:p>
        </p:txBody>
      </p:sp>
      <p:sp>
        <p:nvSpPr>
          <p:cNvPr id="6" name="文本占位符 6"/>
          <p:cNvSpPr txBox="1"/>
          <p:nvPr>
            <p:custDataLst>
              <p:tags r:id="rId2"/>
            </p:custDataLst>
          </p:nvPr>
        </p:nvSpPr>
        <p:spPr>
          <a:xfrm>
            <a:off x="839787" y="2057400"/>
            <a:ext cx="4165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167640" indent="-167640" algn="l" defTabSz="670560" rtl="0" eaLnBrk="1" latinLnBrk="0" hangingPunct="1">
              <a:lnSpc>
                <a:spcPct val="90000"/>
              </a:lnSpc>
              <a:spcBef>
                <a:spcPts val="73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555" indent="-167640" algn="l" defTabSz="670560" rtl="0" eaLnBrk="1" latinLnBrk="0" hangingPunct="1">
              <a:lnSpc>
                <a:spcPct val="90000"/>
              </a:lnSpc>
              <a:spcBef>
                <a:spcPts val="36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8835" indent="-167640" algn="l" defTabSz="670560" rtl="0" eaLnBrk="1" latinLnBrk="0" hangingPunct="1">
              <a:lnSpc>
                <a:spcPct val="90000"/>
              </a:lnSpc>
              <a:spcBef>
                <a:spcPts val="36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4115" indent="-167640" algn="l" defTabSz="670560" rtl="0" eaLnBrk="1" latinLnBrk="0" hangingPunct="1">
              <a:lnSpc>
                <a:spcPct val="90000"/>
              </a:lnSpc>
              <a:spcBef>
                <a:spcPts val="36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0030" indent="-167640" algn="l" defTabSz="670560" rtl="0" eaLnBrk="1" latinLnBrk="0" hangingPunct="1">
              <a:lnSpc>
                <a:spcPct val="90000"/>
              </a:lnSpc>
              <a:spcBef>
                <a:spcPts val="36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5310" indent="-167640" algn="l" defTabSz="670560" rtl="0" eaLnBrk="1" latinLnBrk="0" hangingPunct="1">
              <a:lnSpc>
                <a:spcPct val="90000"/>
              </a:lnSpc>
              <a:spcBef>
                <a:spcPts val="365"/>
              </a:spcBef>
              <a:buFont typeface="Arial" panose="020B0604020202020204" pitchFamily="34" charset="0"/>
              <a:buChar char="•"/>
              <a:defRPr sz="1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80590" indent="-167640" algn="l" defTabSz="670560" rtl="0" eaLnBrk="1" latinLnBrk="0" hangingPunct="1">
              <a:lnSpc>
                <a:spcPct val="90000"/>
              </a:lnSpc>
              <a:spcBef>
                <a:spcPts val="365"/>
              </a:spcBef>
              <a:buFont typeface="Arial" panose="020B0604020202020204" pitchFamily="34" charset="0"/>
              <a:buChar char="•"/>
              <a:defRPr sz="1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6505" indent="-167640" algn="l" defTabSz="670560" rtl="0" eaLnBrk="1" latinLnBrk="0" hangingPunct="1">
              <a:lnSpc>
                <a:spcPct val="90000"/>
              </a:lnSpc>
              <a:spcBef>
                <a:spcPts val="365"/>
              </a:spcBef>
              <a:buFont typeface="Arial" panose="020B0604020202020204" pitchFamily="34" charset="0"/>
              <a:buChar char="•"/>
              <a:defRPr sz="1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1785" indent="-167640" algn="l" defTabSz="670560" rtl="0" eaLnBrk="1" latinLnBrk="0" hangingPunct="1">
              <a:lnSpc>
                <a:spcPct val="90000"/>
              </a:lnSpc>
              <a:spcBef>
                <a:spcPts val="365"/>
              </a:spcBef>
              <a:buFont typeface="Arial" panose="020B0604020202020204" pitchFamily="34" charset="0"/>
              <a:buChar char="•"/>
              <a:defRPr sz="1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）一款用于收费发布与免费分享兼职信息的</a:t>
            </a:r>
            <a:r>
              <a:rPr lang="en-US" altLang="zh-CN" dirty="0"/>
              <a:t>APP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）一款免费提供同龄人认识交流机会的</a:t>
            </a:r>
            <a:r>
              <a:rPr lang="en-US" altLang="zh-CN" dirty="0"/>
              <a:t>APP</a:t>
            </a:r>
            <a:endParaRPr lang="en-US" altLang="zh-CN" dirty="0"/>
          </a:p>
        </p:txBody>
      </p:sp>
      <p:pic>
        <p:nvPicPr>
          <p:cNvPr id="2" name="图片 1" descr="timg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615" y="2057400"/>
            <a:ext cx="3789045" cy="30219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H_Others_1"/>
          <p:cNvSpPr/>
          <p:nvPr>
            <p:custDataLst>
              <p:tags r:id="rId1"/>
            </p:custDataLst>
          </p:nvPr>
        </p:nvSpPr>
        <p:spPr>
          <a:xfrm>
            <a:off x="9821801" y="455102"/>
            <a:ext cx="1530326" cy="1513873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anchor="ctr">
            <a:normAutofit/>
          </a:bodyPr>
          <a:lstStyle/>
          <a:p>
            <a:pPr algn="ctr">
              <a:defRPr/>
            </a:pPr>
            <a:r>
              <a:rPr lang="zh-CN" altLang="en-US" sz="5400" kern="0" dirty="0">
                <a:solidFill>
                  <a:prstClr val="white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目</a:t>
            </a:r>
            <a:endParaRPr lang="zh-CN" altLang="en-US" sz="5400" kern="0" dirty="0">
              <a:solidFill>
                <a:prstClr val="white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4" name="MH_Others_2"/>
          <p:cNvSpPr/>
          <p:nvPr>
            <p:custDataLst>
              <p:tags r:id="rId2"/>
            </p:custDataLst>
          </p:nvPr>
        </p:nvSpPr>
        <p:spPr>
          <a:xfrm>
            <a:off x="10623311" y="1599807"/>
            <a:ext cx="1002633" cy="992449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wrap="square" anchor="ctr">
            <a:normAutofit lnSpcReduction="10000"/>
          </a:bodyPr>
          <a:lstStyle/>
          <a:p>
            <a:pPr algn="ctr">
              <a:defRPr/>
            </a:pPr>
            <a:r>
              <a:rPr lang="zh-CN" altLang="en-US" sz="4400" b="1" kern="0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录</a:t>
            </a:r>
            <a:endParaRPr lang="zh-CN" altLang="en-US" sz="4400" b="1" kern="0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5" name="MH_Others_3"/>
          <p:cNvSpPr txBox="1"/>
          <p:nvPr>
            <p:custDataLst>
              <p:tags r:id="rId3"/>
            </p:custDataLst>
          </p:nvPr>
        </p:nvSpPr>
        <p:spPr>
          <a:xfrm rot="16200000">
            <a:off x="8863394" y="3049670"/>
            <a:ext cx="2840612" cy="679229"/>
          </a:xfrm>
          <a:prstGeom prst="rect">
            <a:avLst/>
          </a:prstGeom>
          <a:noFill/>
        </p:spPr>
        <p:txBody>
          <a:bodyPr vert="horz" wrap="square">
            <a:normAutofit fontScale="92500"/>
          </a:bodyPr>
          <a:lstStyle/>
          <a:p>
            <a:pPr algn="r">
              <a:defRPr/>
            </a:pPr>
            <a:r>
              <a:rPr lang="en-US" altLang="zh-CN" sz="3600" kern="0" spc="159" dirty="0">
                <a:solidFill>
                  <a:schemeClr val="accent3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CONTENTS</a:t>
            </a:r>
            <a:endParaRPr lang="zh-CN" altLang="en-US" sz="2400" kern="0" spc="159" dirty="0">
              <a:solidFill>
                <a:schemeClr val="accent3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4"/>
            </p:custDataLst>
          </p:nvPr>
        </p:nvGrpSpPr>
        <p:grpSpPr>
          <a:xfrm>
            <a:off x="904248" y="2122859"/>
            <a:ext cx="4208927" cy="938793"/>
            <a:chOff x="904248" y="1002576"/>
            <a:chExt cx="4208927" cy="938793"/>
          </a:xfrm>
        </p:grpSpPr>
        <p:sp>
          <p:nvSpPr>
            <p:cNvPr id="17" name="MH_Entry_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799994" y="1002576"/>
              <a:ext cx="3313181" cy="938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2000" dirty="0">
                  <a:latin typeface="+mn-lt"/>
                  <a:ea typeface="+mn-ea"/>
                </a:rPr>
                <a:t>制作背景</a:t>
              </a:r>
              <a:endParaRPr lang="zh-CN" altLang="en-US" sz="2000" dirty="0">
                <a:latin typeface="+mn-lt"/>
                <a:ea typeface="+mn-ea"/>
              </a:endParaRPr>
            </a:p>
          </p:txBody>
        </p:sp>
        <p:sp>
          <p:nvSpPr>
            <p:cNvPr id="18" name="MH_Number_1"/>
            <p:cNvSpPr/>
            <p:nvPr>
              <p:custDataLst>
                <p:tags r:id="rId6"/>
              </p:custDataLst>
            </p:nvPr>
          </p:nvSpPr>
          <p:spPr>
            <a:xfrm>
              <a:off x="904248" y="1139689"/>
              <a:ext cx="895746" cy="664569"/>
            </a:xfrm>
            <a:custGeom>
              <a:avLst/>
              <a:gdLst>
                <a:gd name="connsiteX0" fmla="*/ 721269 w 825937"/>
                <a:gd name="connsiteY0" fmla="*/ 201970 h 612776"/>
                <a:gd name="connsiteX1" fmla="*/ 825937 w 825937"/>
                <a:gd name="connsiteY1" fmla="*/ 306637 h 612776"/>
                <a:gd name="connsiteX2" fmla="*/ 721767 w 825937"/>
                <a:gd name="connsiteY2" fmla="*/ 410807 h 612776"/>
                <a:gd name="connsiteX3" fmla="*/ 305594 w 825937"/>
                <a:gd name="connsiteY3" fmla="*/ 0 h 612776"/>
                <a:gd name="connsiteX4" fmla="*/ 611188 w 825937"/>
                <a:gd name="connsiteY4" fmla="*/ 306388 h 612776"/>
                <a:gd name="connsiteX5" fmla="*/ 305594 w 825937"/>
                <a:gd name="connsiteY5" fmla="*/ 612776 h 612776"/>
                <a:gd name="connsiteX6" fmla="*/ 0 w 825937"/>
                <a:gd name="connsiteY6" fmla="*/ 306388 h 612776"/>
                <a:gd name="connsiteX7" fmla="*/ 305594 w 825937"/>
                <a:gd name="connsiteY7" fmla="*/ 0 h 612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5937" h="612776">
                  <a:moveTo>
                    <a:pt x="721269" y="201970"/>
                  </a:moveTo>
                  <a:lnTo>
                    <a:pt x="825937" y="306637"/>
                  </a:lnTo>
                  <a:lnTo>
                    <a:pt x="721767" y="410807"/>
                  </a:lnTo>
                  <a:close/>
                  <a:moveTo>
                    <a:pt x="305594" y="0"/>
                  </a:moveTo>
                  <a:cubicBezTo>
                    <a:pt x="474369" y="0"/>
                    <a:pt x="611188" y="137175"/>
                    <a:pt x="611188" y="306388"/>
                  </a:cubicBezTo>
                  <a:cubicBezTo>
                    <a:pt x="611188" y="475601"/>
                    <a:pt x="474369" y="612776"/>
                    <a:pt x="305594" y="612776"/>
                  </a:cubicBezTo>
                  <a:cubicBezTo>
                    <a:pt x="136819" y="612776"/>
                    <a:pt x="0" y="475601"/>
                    <a:pt x="0" y="306388"/>
                  </a:cubicBezTo>
                  <a:cubicBezTo>
                    <a:pt x="0" y="137175"/>
                    <a:pt x="136819" y="0"/>
                    <a:pt x="305594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230400" bIns="0" anchor="ctr">
              <a:noAutofit/>
            </a:bodyPr>
            <a:lstStyle/>
            <a:p>
              <a:pPr algn="ctr">
                <a:defRPr/>
              </a:pPr>
              <a:r>
                <a:rPr lang="en-US" altLang="zh-CN" sz="2000" kern="0" dirty="0">
                  <a:solidFill>
                    <a:srgbClr val="FFFFFF"/>
                  </a:solidFill>
                </a:rPr>
                <a:t>01</a:t>
              </a:r>
              <a:endParaRPr lang="zh-CN" altLang="en-US" sz="2000" kern="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7"/>
            </p:custDataLst>
          </p:nvPr>
        </p:nvGrpSpPr>
        <p:grpSpPr>
          <a:xfrm>
            <a:off x="5175645" y="2122859"/>
            <a:ext cx="4208927" cy="938793"/>
            <a:chOff x="904248" y="2147037"/>
            <a:chExt cx="4208927" cy="938793"/>
          </a:xfrm>
        </p:grpSpPr>
        <p:sp>
          <p:nvSpPr>
            <p:cNvPr id="20" name="MH_Entry_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799994" y="2147037"/>
              <a:ext cx="3313181" cy="938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2000" dirty="0">
                  <a:latin typeface="+mn-lt"/>
                  <a:ea typeface="+mn-ea"/>
                </a:rPr>
                <a:t>模块功能介绍</a:t>
              </a:r>
              <a:endParaRPr lang="zh-CN" altLang="en-US" sz="2000" dirty="0">
                <a:latin typeface="+mn-lt"/>
                <a:ea typeface="+mn-ea"/>
              </a:endParaRPr>
            </a:p>
          </p:txBody>
        </p:sp>
        <p:sp>
          <p:nvSpPr>
            <p:cNvPr id="23" name="MH_Number_1"/>
            <p:cNvSpPr/>
            <p:nvPr>
              <p:custDataLst>
                <p:tags r:id="rId9"/>
              </p:custDataLst>
            </p:nvPr>
          </p:nvSpPr>
          <p:spPr>
            <a:xfrm>
              <a:off x="904248" y="2284148"/>
              <a:ext cx="895746" cy="664569"/>
            </a:xfrm>
            <a:custGeom>
              <a:avLst/>
              <a:gdLst>
                <a:gd name="connsiteX0" fmla="*/ 721269 w 825937"/>
                <a:gd name="connsiteY0" fmla="*/ 201970 h 612776"/>
                <a:gd name="connsiteX1" fmla="*/ 825937 w 825937"/>
                <a:gd name="connsiteY1" fmla="*/ 306637 h 612776"/>
                <a:gd name="connsiteX2" fmla="*/ 721767 w 825937"/>
                <a:gd name="connsiteY2" fmla="*/ 410807 h 612776"/>
                <a:gd name="connsiteX3" fmla="*/ 305594 w 825937"/>
                <a:gd name="connsiteY3" fmla="*/ 0 h 612776"/>
                <a:gd name="connsiteX4" fmla="*/ 611188 w 825937"/>
                <a:gd name="connsiteY4" fmla="*/ 306388 h 612776"/>
                <a:gd name="connsiteX5" fmla="*/ 305594 w 825937"/>
                <a:gd name="connsiteY5" fmla="*/ 612776 h 612776"/>
                <a:gd name="connsiteX6" fmla="*/ 0 w 825937"/>
                <a:gd name="connsiteY6" fmla="*/ 306388 h 612776"/>
                <a:gd name="connsiteX7" fmla="*/ 305594 w 825937"/>
                <a:gd name="connsiteY7" fmla="*/ 0 h 612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5937" h="612776">
                  <a:moveTo>
                    <a:pt x="721269" y="201970"/>
                  </a:moveTo>
                  <a:lnTo>
                    <a:pt x="825937" y="306637"/>
                  </a:lnTo>
                  <a:lnTo>
                    <a:pt x="721767" y="410807"/>
                  </a:lnTo>
                  <a:close/>
                  <a:moveTo>
                    <a:pt x="305594" y="0"/>
                  </a:moveTo>
                  <a:cubicBezTo>
                    <a:pt x="474369" y="0"/>
                    <a:pt x="611188" y="137175"/>
                    <a:pt x="611188" y="306388"/>
                  </a:cubicBezTo>
                  <a:cubicBezTo>
                    <a:pt x="611188" y="475601"/>
                    <a:pt x="474369" y="612776"/>
                    <a:pt x="305594" y="612776"/>
                  </a:cubicBezTo>
                  <a:cubicBezTo>
                    <a:pt x="136819" y="612776"/>
                    <a:pt x="0" y="475601"/>
                    <a:pt x="0" y="306388"/>
                  </a:cubicBezTo>
                  <a:cubicBezTo>
                    <a:pt x="0" y="137175"/>
                    <a:pt x="136819" y="0"/>
                    <a:pt x="305594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230400" bIns="0" anchor="ctr">
              <a:noAutofit/>
            </a:bodyPr>
            <a:lstStyle/>
            <a:p>
              <a:pPr algn="ctr">
                <a:defRPr/>
              </a:pPr>
              <a:r>
                <a:rPr lang="en-US" altLang="zh-CN" sz="2000" kern="0">
                  <a:solidFill>
                    <a:srgbClr val="FFFFFF"/>
                  </a:solidFill>
                </a:rPr>
                <a:t>02</a:t>
              </a:r>
              <a:endParaRPr lang="zh-CN" altLang="en-US" sz="2000" kern="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10"/>
            </p:custDataLst>
          </p:nvPr>
        </p:nvGrpSpPr>
        <p:grpSpPr>
          <a:xfrm>
            <a:off x="904248" y="4535617"/>
            <a:ext cx="4208927" cy="938793"/>
            <a:chOff x="904248" y="3291499"/>
            <a:chExt cx="4208927" cy="938793"/>
          </a:xfrm>
        </p:grpSpPr>
        <p:sp>
          <p:nvSpPr>
            <p:cNvPr id="25" name="MH_Entry_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799994" y="3291499"/>
              <a:ext cx="3313181" cy="938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2000" dirty="0">
                  <a:latin typeface="+mn-lt"/>
                  <a:ea typeface="+mn-ea"/>
                  <a:sym typeface="+mn-ea"/>
                </a:rPr>
                <a:t>可行性分析</a:t>
              </a:r>
              <a:endParaRPr lang="en-US" altLang="zh-CN" sz="2000" dirty="0">
                <a:latin typeface="+mn-lt"/>
                <a:ea typeface="+mn-ea"/>
                <a:sym typeface="+mn-ea"/>
              </a:endParaRPr>
            </a:p>
          </p:txBody>
        </p:sp>
        <p:sp>
          <p:nvSpPr>
            <p:cNvPr id="26" name="MH_Number_1"/>
            <p:cNvSpPr/>
            <p:nvPr>
              <p:custDataLst>
                <p:tags r:id="rId12"/>
              </p:custDataLst>
            </p:nvPr>
          </p:nvSpPr>
          <p:spPr>
            <a:xfrm>
              <a:off x="904248" y="3428610"/>
              <a:ext cx="895746" cy="664569"/>
            </a:xfrm>
            <a:custGeom>
              <a:avLst/>
              <a:gdLst>
                <a:gd name="connsiteX0" fmla="*/ 721269 w 825937"/>
                <a:gd name="connsiteY0" fmla="*/ 201970 h 612776"/>
                <a:gd name="connsiteX1" fmla="*/ 825937 w 825937"/>
                <a:gd name="connsiteY1" fmla="*/ 306637 h 612776"/>
                <a:gd name="connsiteX2" fmla="*/ 721767 w 825937"/>
                <a:gd name="connsiteY2" fmla="*/ 410807 h 612776"/>
                <a:gd name="connsiteX3" fmla="*/ 305594 w 825937"/>
                <a:gd name="connsiteY3" fmla="*/ 0 h 612776"/>
                <a:gd name="connsiteX4" fmla="*/ 611188 w 825937"/>
                <a:gd name="connsiteY4" fmla="*/ 306388 h 612776"/>
                <a:gd name="connsiteX5" fmla="*/ 305594 w 825937"/>
                <a:gd name="connsiteY5" fmla="*/ 612776 h 612776"/>
                <a:gd name="connsiteX6" fmla="*/ 0 w 825937"/>
                <a:gd name="connsiteY6" fmla="*/ 306388 h 612776"/>
                <a:gd name="connsiteX7" fmla="*/ 305594 w 825937"/>
                <a:gd name="connsiteY7" fmla="*/ 0 h 612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5937" h="612776">
                  <a:moveTo>
                    <a:pt x="721269" y="201970"/>
                  </a:moveTo>
                  <a:lnTo>
                    <a:pt x="825937" y="306637"/>
                  </a:lnTo>
                  <a:lnTo>
                    <a:pt x="721767" y="410807"/>
                  </a:lnTo>
                  <a:close/>
                  <a:moveTo>
                    <a:pt x="305594" y="0"/>
                  </a:moveTo>
                  <a:cubicBezTo>
                    <a:pt x="474369" y="0"/>
                    <a:pt x="611188" y="137175"/>
                    <a:pt x="611188" y="306388"/>
                  </a:cubicBezTo>
                  <a:cubicBezTo>
                    <a:pt x="611188" y="475601"/>
                    <a:pt x="474369" y="612776"/>
                    <a:pt x="305594" y="612776"/>
                  </a:cubicBezTo>
                  <a:cubicBezTo>
                    <a:pt x="136819" y="612776"/>
                    <a:pt x="0" y="475601"/>
                    <a:pt x="0" y="306388"/>
                  </a:cubicBezTo>
                  <a:cubicBezTo>
                    <a:pt x="0" y="137175"/>
                    <a:pt x="136819" y="0"/>
                    <a:pt x="305594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230400" bIns="0" anchor="ctr">
              <a:noAutofit/>
            </a:bodyPr>
            <a:lstStyle/>
            <a:p>
              <a:pPr algn="ctr">
                <a:defRPr/>
              </a:pPr>
              <a:r>
                <a:rPr lang="en-US" altLang="zh-CN" sz="2000" kern="0" dirty="0">
                  <a:solidFill>
                    <a:srgbClr val="FFFFFF"/>
                  </a:solidFill>
                </a:rPr>
                <a:t>03</a:t>
              </a:r>
              <a:endParaRPr lang="zh-CN" altLang="en-US" sz="2000" kern="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13"/>
            </p:custDataLst>
          </p:nvPr>
        </p:nvGrpSpPr>
        <p:grpSpPr>
          <a:xfrm>
            <a:off x="5175645" y="4535617"/>
            <a:ext cx="4209415" cy="938530"/>
            <a:chOff x="904248" y="4435960"/>
            <a:chExt cx="4209415" cy="938530"/>
          </a:xfrm>
        </p:grpSpPr>
        <p:sp>
          <p:nvSpPr>
            <p:cNvPr id="28" name="MH_Entry_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879608" y="4435960"/>
              <a:ext cx="3234055" cy="938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2000" dirty="0">
                  <a:latin typeface="+mn-lt"/>
                  <a:ea typeface="+mn-ea"/>
                </a:rPr>
                <a:t>资料来源及小组分工</a:t>
              </a:r>
              <a:endParaRPr lang="zh-CN" altLang="en-US" sz="2000" dirty="0">
                <a:latin typeface="+mn-lt"/>
                <a:ea typeface="+mn-ea"/>
              </a:endParaRPr>
            </a:p>
          </p:txBody>
        </p:sp>
        <p:sp>
          <p:nvSpPr>
            <p:cNvPr id="29" name="MH_Number_1"/>
            <p:cNvSpPr/>
            <p:nvPr>
              <p:custDataLst>
                <p:tags r:id="rId15"/>
              </p:custDataLst>
            </p:nvPr>
          </p:nvSpPr>
          <p:spPr>
            <a:xfrm>
              <a:off x="904248" y="4573071"/>
              <a:ext cx="895746" cy="664569"/>
            </a:xfrm>
            <a:custGeom>
              <a:avLst/>
              <a:gdLst>
                <a:gd name="connsiteX0" fmla="*/ 721269 w 825937"/>
                <a:gd name="connsiteY0" fmla="*/ 201970 h 612776"/>
                <a:gd name="connsiteX1" fmla="*/ 825937 w 825937"/>
                <a:gd name="connsiteY1" fmla="*/ 306637 h 612776"/>
                <a:gd name="connsiteX2" fmla="*/ 721767 w 825937"/>
                <a:gd name="connsiteY2" fmla="*/ 410807 h 612776"/>
                <a:gd name="connsiteX3" fmla="*/ 305594 w 825937"/>
                <a:gd name="connsiteY3" fmla="*/ 0 h 612776"/>
                <a:gd name="connsiteX4" fmla="*/ 611188 w 825937"/>
                <a:gd name="connsiteY4" fmla="*/ 306388 h 612776"/>
                <a:gd name="connsiteX5" fmla="*/ 305594 w 825937"/>
                <a:gd name="connsiteY5" fmla="*/ 612776 h 612776"/>
                <a:gd name="connsiteX6" fmla="*/ 0 w 825937"/>
                <a:gd name="connsiteY6" fmla="*/ 306388 h 612776"/>
                <a:gd name="connsiteX7" fmla="*/ 305594 w 825937"/>
                <a:gd name="connsiteY7" fmla="*/ 0 h 612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5937" h="612776">
                  <a:moveTo>
                    <a:pt x="721269" y="201970"/>
                  </a:moveTo>
                  <a:lnTo>
                    <a:pt x="825937" y="306637"/>
                  </a:lnTo>
                  <a:lnTo>
                    <a:pt x="721767" y="410807"/>
                  </a:lnTo>
                  <a:close/>
                  <a:moveTo>
                    <a:pt x="305594" y="0"/>
                  </a:moveTo>
                  <a:cubicBezTo>
                    <a:pt x="474369" y="0"/>
                    <a:pt x="611188" y="137175"/>
                    <a:pt x="611188" y="306388"/>
                  </a:cubicBezTo>
                  <a:cubicBezTo>
                    <a:pt x="611188" y="475601"/>
                    <a:pt x="474369" y="612776"/>
                    <a:pt x="305594" y="612776"/>
                  </a:cubicBezTo>
                  <a:cubicBezTo>
                    <a:pt x="136819" y="612776"/>
                    <a:pt x="0" y="475601"/>
                    <a:pt x="0" y="306388"/>
                  </a:cubicBezTo>
                  <a:cubicBezTo>
                    <a:pt x="0" y="137175"/>
                    <a:pt x="136819" y="0"/>
                    <a:pt x="305594" y="0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230400" bIns="0" anchor="ctr">
              <a:noAutofit/>
            </a:bodyPr>
            <a:lstStyle/>
            <a:p>
              <a:pPr algn="ctr">
                <a:defRPr/>
              </a:pPr>
              <a:r>
                <a:rPr lang="en-US" altLang="zh-CN" sz="2000" kern="0">
                  <a:solidFill>
                    <a:srgbClr val="FFFFFF"/>
                  </a:solidFill>
                </a:rPr>
                <a:t>04</a:t>
              </a:r>
              <a:endParaRPr lang="zh-CN" altLang="en-US" sz="2000" kern="0" dirty="0">
                <a:solidFill>
                  <a:srgbClr val="FFFFFF"/>
                </a:solidFill>
              </a:endParaRPr>
            </a:p>
          </p:txBody>
        </p:sp>
      </p:grpSp>
    </p:spTree>
    <p:custDataLst>
      <p:tags r:id="rId1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制作背景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2095937" y="1567542"/>
            <a:ext cx="4864700" cy="826499"/>
          </a:xfrm>
          <a:solidFill>
            <a:schemeClr val="accent1"/>
          </a:solidFill>
        </p:spPr>
        <p:txBody>
          <a:bodyPr tIns="0" bIns="0" anchor="ctr" anchorCtr="0">
            <a:normAutofit/>
          </a:bodyPr>
          <a:lstStyle/>
          <a:p>
            <a:pPr algn="ctr"/>
            <a:r>
              <a:rPr lang="en-US" altLang="zh-CN" sz="6000" smtClean="0"/>
              <a:t>01</a:t>
            </a:r>
            <a:endParaRPr lang="zh-CN" altLang="en-US" sz="600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>
            <p:custDataLst>
              <p:tags r:id="rId1"/>
            </p:custDataLst>
          </p:nvPr>
        </p:nvGrpSpPr>
        <p:grpSpPr>
          <a:xfrm>
            <a:off x="386164" y="1567544"/>
            <a:ext cx="5752277" cy="1154886"/>
            <a:chOff x="259151" y="3470235"/>
            <a:chExt cx="4704734" cy="944571"/>
          </a:xfrm>
        </p:grpSpPr>
        <p:sp>
          <p:nvSpPr>
            <p:cNvPr id="21" name="MH_Text_1"/>
            <p:cNvSpPr txBox="1"/>
            <p:nvPr>
              <p:custDataLst>
                <p:tags r:id="rId2"/>
              </p:custDataLst>
            </p:nvPr>
          </p:nvSpPr>
          <p:spPr>
            <a:xfrm>
              <a:off x="1761800" y="3503294"/>
              <a:ext cx="3202085" cy="911512"/>
            </a:xfrm>
            <a:prstGeom prst="rect">
              <a:avLst/>
            </a:prstGeom>
            <a:noFill/>
          </p:spPr>
          <p:txBody>
            <a:bodyPr anchor="ctr">
              <a:normAutofit fontScale="77500" lnSpcReduction="20000"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/>
                <a:t>青少年以及大学生的消费能力日益增加，需要更多的经济渠道，兼职不仅拓宽他们的经济渠道，更可以让他们获得宝贵的社会经验</a:t>
              </a:r>
              <a:endParaRPr lang="zh-CN" altLang="en-US" sz="2000" dirty="0"/>
            </a:p>
          </p:txBody>
        </p:sp>
        <p:sp>
          <p:nvSpPr>
            <p:cNvPr id="22" name="MH_Other_1"/>
            <p:cNvSpPr/>
            <p:nvPr>
              <p:custDataLst>
                <p:tags r:id="rId3"/>
              </p:custDataLst>
            </p:nvPr>
          </p:nvSpPr>
          <p:spPr>
            <a:xfrm>
              <a:off x="936545" y="3486802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" name="MH_SubTitle_1"/>
            <p:cNvSpPr/>
            <p:nvPr>
              <p:custDataLst>
                <p:tags r:id="rId4"/>
              </p:custDataLst>
            </p:nvPr>
          </p:nvSpPr>
          <p:spPr>
            <a:xfrm>
              <a:off x="1021803" y="3807068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494949"/>
                  </a:solidFill>
                </a:rPr>
                <a:t>01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24" name="MH_Other_2"/>
            <p:cNvSpPr/>
            <p:nvPr>
              <p:custDataLst>
                <p:tags r:id="rId5"/>
              </p:custDataLst>
            </p:nvPr>
          </p:nvSpPr>
          <p:spPr>
            <a:xfrm flipV="1">
              <a:off x="259151" y="3470235"/>
              <a:ext cx="2030660" cy="33059"/>
            </a:xfrm>
            <a:prstGeom prst="rect">
              <a:avLst/>
            </a:prstGeom>
            <a:gradFill>
              <a:gsLst>
                <a:gs pos="49628">
                  <a:schemeClr val="accent1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/>
            </a:p>
          </p:txBody>
        </p:sp>
      </p:grpSp>
      <p:grpSp>
        <p:nvGrpSpPr>
          <p:cNvPr id="25" name="组合 24"/>
          <p:cNvGrpSpPr/>
          <p:nvPr>
            <p:custDataLst>
              <p:tags r:id="rId6"/>
            </p:custDataLst>
          </p:nvPr>
        </p:nvGrpSpPr>
        <p:grpSpPr>
          <a:xfrm>
            <a:off x="3219862" y="3320174"/>
            <a:ext cx="5752277" cy="1154954"/>
            <a:chOff x="259151" y="4570886"/>
            <a:chExt cx="4704734" cy="944627"/>
          </a:xfrm>
        </p:grpSpPr>
        <p:sp>
          <p:nvSpPr>
            <p:cNvPr id="26" name="MH_Text_2"/>
            <p:cNvSpPr txBox="1"/>
            <p:nvPr>
              <p:custDataLst>
                <p:tags r:id="rId7"/>
              </p:custDataLst>
            </p:nvPr>
          </p:nvSpPr>
          <p:spPr>
            <a:xfrm>
              <a:off x="1761800" y="4604002"/>
              <a:ext cx="3202085" cy="911510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/>
                <a:t>部分社会流动人员需要通过兼职的方式来稳定生活</a:t>
              </a:r>
              <a:endParaRPr lang="zh-CN" altLang="en-US" sz="2000" dirty="0"/>
            </a:p>
          </p:txBody>
        </p:sp>
        <p:sp>
          <p:nvSpPr>
            <p:cNvPr id="27" name="MH_Other_3"/>
            <p:cNvSpPr/>
            <p:nvPr>
              <p:custDataLst>
                <p:tags r:id="rId8"/>
              </p:custDataLst>
            </p:nvPr>
          </p:nvSpPr>
          <p:spPr>
            <a:xfrm>
              <a:off x="936545" y="4587509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8" name="MH_SubTitle_2"/>
            <p:cNvSpPr/>
            <p:nvPr>
              <p:custDataLst>
                <p:tags r:id="rId9"/>
              </p:custDataLst>
            </p:nvPr>
          </p:nvSpPr>
          <p:spPr>
            <a:xfrm>
              <a:off x="1021803" y="4926357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494949"/>
                  </a:solidFill>
                </a:rPr>
                <a:t>02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29" name="MH_Other_4"/>
            <p:cNvSpPr/>
            <p:nvPr>
              <p:custDataLst>
                <p:tags r:id="rId10"/>
              </p:custDataLst>
            </p:nvPr>
          </p:nvSpPr>
          <p:spPr>
            <a:xfrm flipV="1">
              <a:off x="259151" y="4570886"/>
              <a:ext cx="2221261" cy="33059"/>
            </a:xfrm>
            <a:prstGeom prst="rect">
              <a:avLst/>
            </a:prstGeom>
            <a:gradFill>
              <a:gsLst>
                <a:gs pos="49628">
                  <a:schemeClr val="accent2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30" name="组合 29"/>
          <p:cNvGrpSpPr/>
          <p:nvPr>
            <p:custDataLst>
              <p:tags r:id="rId11"/>
            </p:custDataLst>
          </p:nvPr>
        </p:nvGrpSpPr>
        <p:grpSpPr>
          <a:xfrm>
            <a:off x="6053560" y="5092902"/>
            <a:ext cx="5752277" cy="1154886"/>
            <a:chOff x="259151" y="3470235"/>
            <a:chExt cx="4704734" cy="944571"/>
          </a:xfrm>
        </p:grpSpPr>
        <p:sp>
          <p:nvSpPr>
            <p:cNvPr id="31" name="MH_Text_1"/>
            <p:cNvSpPr txBox="1"/>
            <p:nvPr>
              <p:custDataLst>
                <p:tags r:id="rId12"/>
              </p:custDataLst>
            </p:nvPr>
          </p:nvSpPr>
          <p:spPr>
            <a:xfrm>
              <a:off x="1761800" y="3503294"/>
              <a:ext cx="3202085" cy="911512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/>
                <a:t>商家的招聘需求较为灵活，需要一定的兼职平台或应用</a:t>
              </a:r>
              <a:endParaRPr lang="zh-CN" altLang="en-US" sz="2000" dirty="0"/>
            </a:p>
          </p:txBody>
        </p:sp>
        <p:sp>
          <p:nvSpPr>
            <p:cNvPr id="32" name="MH_Other_1"/>
            <p:cNvSpPr/>
            <p:nvPr>
              <p:custDataLst>
                <p:tags r:id="rId13"/>
              </p:custDataLst>
            </p:nvPr>
          </p:nvSpPr>
          <p:spPr>
            <a:xfrm>
              <a:off x="936545" y="3486802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50000">
                  <a:schemeClr val="accent3"/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3" name="MH_SubTitle_1"/>
            <p:cNvSpPr/>
            <p:nvPr>
              <p:custDataLst>
                <p:tags r:id="rId14"/>
              </p:custDataLst>
            </p:nvPr>
          </p:nvSpPr>
          <p:spPr>
            <a:xfrm>
              <a:off x="1021803" y="3807068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494949"/>
                  </a:solidFill>
                </a:rPr>
                <a:t>03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34" name="MH_Other_2"/>
            <p:cNvSpPr/>
            <p:nvPr>
              <p:custDataLst>
                <p:tags r:id="rId15"/>
              </p:custDataLst>
            </p:nvPr>
          </p:nvSpPr>
          <p:spPr>
            <a:xfrm flipV="1">
              <a:off x="259151" y="3470235"/>
              <a:ext cx="2030660" cy="33059"/>
            </a:xfrm>
            <a:prstGeom prst="rect">
              <a:avLst/>
            </a:prstGeom>
            <a:gradFill>
              <a:gsLst>
                <a:gs pos="49628">
                  <a:schemeClr val="accent3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/>
            </a:p>
          </p:txBody>
        </p:sp>
      </p:grpSp>
      <p:sp>
        <p:nvSpPr>
          <p:cNvPr id="50" name="文本框 49"/>
          <p:cNvSpPr txBox="1"/>
          <p:nvPr>
            <p:custDataLst>
              <p:tags r:id="rId16"/>
            </p:custDataLst>
          </p:nvPr>
        </p:nvSpPr>
        <p:spPr>
          <a:xfrm>
            <a:off x="838800" y="169200"/>
            <a:ext cx="10512000" cy="864000"/>
          </a:xfrm>
          <a:prstGeom prst="rect">
            <a:avLst/>
          </a:prstGeom>
        </p:spPr>
        <p:txBody>
          <a:bodyPr vert="horz" lIns="67101" tIns="33550" rIns="67101" bIns="3355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/>
              <a:t>制作背景</a:t>
            </a:r>
            <a:endParaRPr lang="zh-CN" altLang="en-US" sz="3600" dirty="0"/>
          </a:p>
        </p:txBody>
      </p:sp>
    </p:spTree>
    <p:custDataLst>
      <p:tags r:id="rId1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模块功能介绍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2095937" y="1567542"/>
            <a:ext cx="4864700" cy="826499"/>
          </a:xfrm>
          <a:solidFill>
            <a:schemeClr val="accent1"/>
          </a:solidFill>
        </p:spPr>
        <p:txBody>
          <a:bodyPr tIns="0" bIns="0" anchor="ctr" anchorCtr="0">
            <a:normAutofit fontScale="97500"/>
          </a:bodyPr>
          <a:lstStyle/>
          <a:p>
            <a:pPr algn="ctr"/>
            <a:r>
              <a:rPr lang="en-US" altLang="zh-CN" sz="6000" dirty="0"/>
              <a:t>02</a:t>
            </a:r>
            <a:endParaRPr lang="en-US" altLang="zh-CN" sz="600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386164" y="1567544"/>
            <a:ext cx="5752277" cy="1154886"/>
            <a:chOff x="259151" y="3470235"/>
            <a:chExt cx="4704734" cy="944571"/>
          </a:xfrm>
        </p:grpSpPr>
        <p:sp>
          <p:nvSpPr>
            <p:cNvPr id="3" name="MH_Text_1"/>
            <p:cNvSpPr txBox="1"/>
            <p:nvPr>
              <p:custDataLst>
                <p:tags r:id="rId2"/>
              </p:custDataLst>
            </p:nvPr>
          </p:nvSpPr>
          <p:spPr>
            <a:xfrm>
              <a:off x="1761800" y="3503294"/>
              <a:ext cx="3202085" cy="911512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/>
                <a:t>数据库设计：用于存放用户与商家信息，采用</a:t>
              </a:r>
              <a:r>
                <a:rPr lang="en-US" altLang="zh-CN" sz="2000" dirty="0"/>
                <a:t>sql server</a:t>
              </a:r>
              <a:r>
                <a:rPr lang="zh-CN" altLang="en-US" sz="2000" dirty="0"/>
                <a:t>设计。</a:t>
              </a:r>
              <a:endParaRPr lang="zh-CN" altLang="en-US" sz="2000" dirty="0"/>
            </a:p>
          </p:txBody>
        </p:sp>
        <p:sp>
          <p:nvSpPr>
            <p:cNvPr id="7" name="MH_Other_1"/>
            <p:cNvSpPr/>
            <p:nvPr>
              <p:custDataLst>
                <p:tags r:id="rId3"/>
              </p:custDataLst>
            </p:nvPr>
          </p:nvSpPr>
          <p:spPr>
            <a:xfrm>
              <a:off x="936545" y="3486802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" name="MH_SubTitle_1"/>
            <p:cNvSpPr/>
            <p:nvPr>
              <p:custDataLst>
                <p:tags r:id="rId4"/>
              </p:custDataLst>
            </p:nvPr>
          </p:nvSpPr>
          <p:spPr>
            <a:xfrm>
              <a:off x="1021803" y="3807068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494949"/>
                  </a:solidFill>
                </a:rPr>
                <a:t>01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9" name="MH_Other_2"/>
            <p:cNvSpPr/>
            <p:nvPr>
              <p:custDataLst>
                <p:tags r:id="rId5"/>
              </p:custDataLst>
            </p:nvPr>
          </p:nvSpPr>
          <p:spPr>
            <a:xfrm flipV="1">
              <a:off x="259151" y="3470235"/>
              <a:ext cx="2030660" cy="33059"/>
            </a:xfrm>
            <a:prstGeom prst="rect">
              <a:avLst/>
            </a:prstGeom>
            <a:gradFill>
              <a:gsLst>
                <a:gs pos="49628">
                  <a:schemeClr val="accent1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/>
            </a:p>
          </p:txBody>
        </p:sp>
      </p:grpSp>
      <p:grpSp>
        <p:nvGrpSpPr>
          <p:cNvPr id="10" name="组合 9"/>
          <p:cNvGrpSpPr/>
          <p:nvPr>
            <p:custDataLst>
              <p:tags r:id="rId6"/>
            </p:custDataLst>
          </p:nvPr>
        </p:nvGrpSpPr>
        <p:grpSpPr>
          <a:xfrm>
            <a:off x="6053560" y="1567545"/>
            <a:ext cx="5752277" cy="1154954"/>
            <a:chOff x="259151" y="4570886"/>
            <a:chExt cx="4704734" cy="944627"/>
          </a:xfrm>
        </p:grpSpPr>
        <p:sp>
          <p:nvSpPr>
            <p:cNvPr id="4" name="MH_Text_2"/>
            <p:cNvSpPr txBox="1"/>
            <p:nvPr>
              <p:custDataLst>
                <p:tags r:id="rId7"/>
              </p:custDataLst>
            </p:nvPr>
          </p:nvSpPr>
          <p:spPr>
            <a:xfrm>
              <a:off x="1761800" y="4604002"/>
              <a:ext cx="3202085" cy="911510"/>
            </a:xfrm>
            <a:prstGeom prst="rect">
              <a:avLst/>
            </a:prstGeom>
            <a:noFill/>
          </p:spPr>
          <p:txBody>
            <a:bodyPr anchor="ctr">
              <a:normAutofit fontScale="75000" lnSpcReduction="20000"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/>
                <a:t>账户模块设计：注册以及修改信息，其中包括:（1）用户实名信息；（2）商家商户信息；（3）支付宝信用分接口；（4）联系方式；（5）健康证信息</a:t>
              </a:r>
              <a:endParaRPr lang="zh-CN" altLang="en-US" sz="2000" dirty="0"/>
            </a:p>
          </p:txBody>
        </p:sp>
        <p:sp>
          <p:nvSpPr>
            <p:cNvPr id="12" name="MH_Other_3"/>
            <p:cNvSpPr/>
            <p:nvPr>
              <p:custDataLst>
                <p:tags r:id="rId8"/>
              </p:custDataLst>
            </p:nvPr>
          </p:nvSpPr>
          <p:spPr>
            <a:xfrm>
              <a:off x="936545" y="4587509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MH_SubTitle_2"/>
            <p:cNvSpPr/>
            <p:nvPr>
              <p:custDataLst>
                <p:tags r:id="rId9"/>
              </p:custDataLst>
            </p:nvPr>
          </p:nvSpPr>
          <p:spPr>
            <a:xfrm>
              <a:off x="1021803" y="4926357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494949"/>
                  </a:solidFill>
                </a:rPr>
                <a:t>02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14" name="MH_Other_4"/>
            <p:cNvSpPr/>
            <p:nvPr>
              <p:custDataLst>
                <p:tags r:id="rId10"/>
              </p:custDataLst>
            </p:nvPr>
          </p:nvSpPr>
          <p:spPr>
            <a:xfrm flipV="1">
              <a:off x="259151" y="4570886"/>
              <a:ext cx="2221261" cy="33059"/>
            </a:xfrm>
            <a:prstGeom prst="rect">
              <a:avLst/>
            </a:prstGeom>
            <a:gradFill>
              <a:gsLst>
                <a:gs pos="49628">
                  <a:schemeClr val="accent2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20" name="组合 19"/>
          <p:cNvGrpSpPr/>
          <p:nvPr>
            <p:custDataLst>
              <p:tags r:id="rId11"/>
            </p:custDataLst>
          </p:nvPr>
        </p:nvGrpSpPr>
        <p:grpSpPr>
          <a:xfrm>
            <a:off x="386164" y="3310013"/>
            <a:ext cx="5752277" cy="1154886"/>
            <a:chOff x="259151" y="3470235"/>
            <a:chExt cx="4704734" cy="944571"/>
          </a:xfrm>
        </p:grpSpPr>
        <p:sp>
          <p:nvSpPr>
            <p:cNvPr id="21" name="MH_Text_1"/>
            <p:cNvSpPr txBox="1"/>
            <p:nvPr>
              <p:custDataLst>
                <p:tags r:id="rId12"/>
              </p:custDataLst>
            </p:nvPr>
          </p:nvSpPr>
          <p:spPr>
            <a:xfrm>
              <a:off x="1761800" y="3487194"/>
              <a:ext cx="3202085" cy="911512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/>
                <a:t>主界面的设计：登录后的主界面，采用VB设计</a:t>
              </a:r>
              <a:endParaRPr lang="zh-CN" altLang="en-US" sz="2000" dirty="0"/>
            </a:p>
          </p:txBody>
        </p:sp>
        <p:sp>
          <p:nvSpPr>
            <p:cNvPr id="22" name="MH_Other_1"/>
            <p:cNvSpPr/>
            <p:nvPr>
              <p:custDataLst>
                <p:tags r:id="rId13"/>
              </p:custDataLst>
            </p:nvPr>
          </p:nvSpPr>
          <p:spPr>
            <a:xfrm>
              <a:off x="936545" y="3486802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" name="MH_SubTitle_1"/>
            <p:cNvSpPr/>
            <p:nvPr>
              <p:custDataLst>
                <p:tags r:id="rId14"/>
              </p:custDataLst>
            </p:nvPr>
          </p:nvSpPr>
          <p:spPr>
            <a:xfrm>
              <a:off x="1021803" y="3807068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494949"/>
                  </a:solidFill>
                </a:rPr>
                <a:t>03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24" name="MH_Other_2"/>
            <p:cNvSpPr/>
            <p:nvPr>
              <p:custDataLst>
                <p:tags r:id="rId15"/>
              </p:custDataLst>
            </p:nvPr>
          </p:nvSpPr>
          <p:spPr>
            <a:xfrm flipV="1">
              <a:off x="259151" y="3470235"/>
              <a:ext cx="2030660" cy="33059"/>
            </a:xfrm>
            <a:prstGeom prst="rect">
              <a:avLst/>
            </a:prstGeom>
            <a:gradFill>
              <a:gsLst>
                <a:gs pos="49628">
                  <a:schemeClr val="accent2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/>
            </a:p>
          </p:txBody>
        </p:sp>
      </p:grpSp>
      <p:grpSp>
        <p:nvGrpSpPr>
          <p:cNvPr id="25" name="组合 24"/>
          <p:cNvGrpSpPr/>
          <p:nvPr>
            <p:custDataLst>
              <p:tags r:id="rId16"/>
            </p:custDataLst>
          </p:nvPr>
        </p:nvGrpSpPr>
        <p:grpSpPr>
          <a:xfrm>
            <a:off x="6053560" y="3310012"/>
            <a:ext cx="5752277" cy="1154954"/>
            <a:chOff x="259151" y="4570886"/>
            <a:chExt cx="4704734" cy="944627"/>
          </a:xfrm>
        </p:grpSpPr>
        <p:sp>
          <p:nvSpPr>
            <p:cNvPr id="26" name="MH_Text_2"/>
            <p:cNvSpPr txBox="1"/>
            <p:nvPr>
              <p:custDataLst>
                <p:tags r:id="rId17"/>
              </p:custDataLst>
            </p:nvPr>
          </p:nvSpPr>
          <p:spPr>
            <a:xfrm>
              <a:off x="1761800" y="4604002"/>
              <a:ext cx="3202085" cy="911510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/>
                <a:t>商家（用户）与用户（商家）交流模块；</a:t>
              </a:r>
              <a:endParaRPr lang="zh-CN" altLang="en-US" sz="2000" dirty="0"/>
            </a:p>
          </p:txBody>
        </p:sp>
        <p:sp>
          <p:nvSpPr>
            <p:cNvPr id="27" name="MH_Other_3"/>
            <p:cNvSpPr/>
            <p:nvPr>
              <p:custDataLst>
                <p:tags r:id="rId18"/>
              </p:custDataLst>
            </p:nvPr>
          </p:nvSpPr>
          <p:spPr>
            <a:xfrm>
              <a:off x="936545" y="4587509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8" name="MH_SubTitle_2"/>
            <p:cNvSpPr/>
            <p:nvPr>
              <p:custDataLst>
                <p:tags r:id="rId19"/>
              </p:custDataLst>
            </p:nvPr>
          </p:nvSpPr>
          <p:spPr>
            <a:xfrm>
              <a:off x="1021803" y="4926357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494949"/>
                  </a:solidFill>
                </a:rPr>
                <a:t>04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29" name="MH_Other_4"/>
            <p:cNvSpPr/>
            <p:nvPr>
              <p:custDataLst>
                <p:tags r:id="rId20"/>
              </p:custDataLst>
            </p:nvPr>
          </p:nvSpPr>
          <p:spPr>
            <a:xfrm flipV="1">
              <a:off x="259151" y="4570886"/>
              <a:ext cx="2221261" cy="33059"/>
            </a:xfrm>
            <a:prstGeom prst="rect">
              <a:avLst/>
            </a:prstGeom>
            <a:gradFill>
              <a:gsLst>
                <a:gs pos="49628">
                  <a:schemeClr val="accent1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30" name="组合 29"/>
          <p:cNvGrpSpPr/>
          <p:nvPr>
            <p:custDataLst>
              <p:tags r:id="rId21"/>
            </p:custDataLst>
          </p:nvPr>
        </p:nvGrpSpPr>
        <p:grpSpPr>
          <a:xfrm>
            <a:off x="386164" y="5092902"/>
            <a:ext cx="5752277" cy="1154886"/>
            <a:chOff x="259151" y="3470235"/>
            <a:chExt cx="4704734" cy="944571"/>
          </a:xfrm>
        </p:grpSpPr>
        <p:sp>
          <p:nvSpPr>
            <p:cNvPr id="31" name="MH_Text_1"/>
            <p:cNvSpPr txBox="1"/>
            <p:nvPr>
              <p:custDataLst>
                <p:tags r:id="rId22"/>
              </p:custDataLst>
            </p:nvPr>
          </p:nvSpPr>
          <p:spPr>
            <a:xfrm>
              <a:off x="1761800" y="3503294"/>
              <a:ext cx="3202085" cy="911512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/>
                <a:t>定位模块：用户与附近商家的定位；</a:t>
              </a:r>
              <a:endParaRPr lang="zh-CN" altLang="en-US" sz="2000" dirty="0"/>
            </a:p>
          </p:txBody>
        </p:sp>
        <p:sp>
          <p:nvSpPr>
            <p:cNvPr id="32" name="MH_Other_1"/>
            <p:cNvSpPr/>
            <p:nvPr>
              <p:custDataLst>
                <p:tags r:id="rId23"/>
              </p:custDataLst>
            </p:nvPr>
          </p:nvSpPr>
          <p:spPr>
            <a:xfrm>
              <a:off x="936545" y="3486802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3" name="MH_SubTitle_1"/>
            <p:cNvSpPr/>
            <p:nvPr>
              <p:custDataLst>
                <p:tags r:id="rId24"/>
              </p:custDataLst>
            </p:nvPr>
          </p:nvSpPr>
          <p:spPr>
            <a:xfrm>
              <a:off x="1021803" y="3807068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494949"/>
                  </a:solidFill>
                </a:rPr>
                <a:t>05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34" name="MH_Other_2"/>
            <p:cNvSpPr/>
            <p:nvPr>
              <p:custDataLst>
                <p:tags r:id="rId25"/>
              </p:custDataLst>
            </p:nvPr>
          </p:nvSpPr>
          <p:spPr>
            <a:xfrm flipV="1">
              <a:off x="259151" y="3470235"/>
              <a:ext cx="2030660" cy="33059"/>
            </a:xfrm>
            <a:prstGeom prst="rect">
              <a:avLst/>
            </a:prstGeom>
            <a:gradFill>
              <a:gsLst>
                <a:gs pos="49628">
                  <a:schemeClr val="accent1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/>
            </a:p>
          </p:txBody>
        </p:sp>
      </p:grpSp>
      <p:grpSp>
        <p:nvGrpSpPr>
          <p:cNvPr id="35" name="组合 34"/>
          <p:cNvGrpSpPr/>
          <p:nvPr>
            <p:custDataLst>
              <p:tags r:id="rId26"/>
            </p:custDataLst>
          </p:nvPr>
        </p:nvGrpSpPr>
        <p:grpSpPr>
          <a:xfrm>
            <a:off x="6053560" y="5092902"/>
            <a:ext cx="5752277" cy="1154954"/>
            <a:chOff x="259151" y="4570886"/>
            <a:chExt cx="4704734" cy="944627"/>
          </a:xfrm>
        </p:grpSpPr>
        <p:sp>
          <p:nvSpPr>
            <p:cNvPr id="36" name="MH_Text_2"/>
            <p:cNvSpPr txBox="1"/>
            <p:nvPr>
              <p:custDataLst>
                <p:tags r:id="rId27"/>
              </p:custDataLst>
            </p:nvPr>
          </p:nvSpPr>
          <p:spPr>
            <a:xfrm>
              <a:off x="1761800" y="4604002"/>
              <a:ext cx="3202085" cy="911510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/>
                <a:t>入口设计：设有商家入口与用户入户；</a:t>
              </a:r>
              <a:endParaRPr lang="zh-CN" altLang="en-US" sz="2000" dirty="0"/>
            </a:p>
          </p:txBody>
        </p:sp>
        <p:sp>
          <p:nvSpPr>
            <p:cNvPr id="37" name="MH_Other_3"/>
            <p:cNvSpPr/>
            <p:nvPr>
              <p:custDataLst>
                <p:tags r:id="rId28"/>
              </p:custDataLst>
            </p:nvPr>
          </p:nvSpPr>
          <p:spPr>
            <a:xfrm>
              <a:off x="936545" y="4587509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8" name="MH_SubTitle_2"/>
            <p:cNvSpPr/>
            <p:nvPr>
              <p:custDataLst>
                <p:tags r:id="rId29"/>
              </p:custDataLst>
            </p:nvPr>
          </p:nvSpPr>
          <p:spPr>
            <a:xfrm>
              <a:off x="1021803" y="4926357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 dirty="0">
                  <a:solidFill>
                    <a:srgbClr val="494949"/>
                  </a:solidFill>
                </a:rPr>
                <a:t>06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39" name="MH_Other_4"/>
            <p:cNvSpPr/>
            <p:nvPr>
              <p:custDataLst>
                <p:tags r:id="rId30"/>
              </p:custDataLst>
            </p:nvPr>
          </p:nvSpPr>
          <p:spPr>
            <a:xfrm flipV="1">
              <a:off x="259151" y="4570886"/>
              <a:ext cx="2221261" cy="33059"/>
            </a:xfrm>
            <a:prstGeom prst="rect">
              <a:avLst/>
            </a:prstGeom>
            <a:gradFill>
              <a:gsLst>
                <a:gs pos="49628">
                  <a:schemeClr val="accent2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" name="文本框 1"/>
          <p:cNvSpPr txBox="1"/>
          <p:nvPr>
            <p:custDataLst>
              <p:tags r:id="rId31"/>
            </p:custDataLst>
          </p:nvPr>
        </p:nvSpPr>
        <p:spPr>
          <a:xfrm>
            <a:off x="838800" y="169200"/>
            <a:ext cx="10512000" cy="864000"/>
          </a:xfrm>
          <a:prstGeom prst="rect">
            <a:avLst/>
          </a:prstGeom>
        </p:spPr>
        <p:txBody>
          <a:bodyPr vert="horz" lIns="67101" tIns="33550" rIns="67101" bIns="3355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/>
              <a:t>模块功能介绍</a:t>
            </a:r>
            <a:endParaRPr lang="zh-CN" altLang="en-US" sz="3600" dirty="0"/>
          </a:p>
        </p:txBody>
      </p:sp>
    </p:spTree>
    <p:custDataLst>
      <p:tags r:id="rId3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>
            <p:custDataLst>
              <p:tags r:id="rId1"/>
            </p:custDataLst>
          </p:nvPr>
        </p:nvGrpSpPr>
        <p:grpSpPr>
          <a:xfrm>
            <a:off x="907274" y="1847462"/>
            <a:ext cx="5752277" cy="1154886"/>
            <a:chOff x="259151" y="3470235"/>
            <a:chExt cx="4704734" cy="944571"/>
          </a:xfrm>
        </p:grpSpPr>
        <p:sp>
          <p:nvSpPr>
            <p:cNvPr id="16" name="MH_Text_1"/>
            <p:cNvSpPr txBox="1"/>
            <p:nvPr>
              <p:custDataLst>
                <p:tags r:id="rId2"/>
              </p:custDataLst>
            </p:nvPr>
          </p:nvSpPr>
          <p:spPr>
            <a:xfrm>
              <a:off x="1761800" y="3503294"/>
              <a:ext cx="3202085" cy="911512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/>
                <a:t>商家发布信息模块：包括工资与招聘条件，顺序结构存放。</a:t>
              </a:r>
              <a:endParaRPr lang="zh-CN" altLang="en-US" sz="2000" dirty="0"/>
            </a:p>
          </p:txBody>
        </p:sp>
        <p:sp>
          <p:nvSpPr>
            <p:cNvPr id="17" name="MH_Other_1"/>
            <p:cNvSpPr/>
            <p:nvPr>
              <p:custDataLst>
                <p:tags r:id="rId3"/>
              </p:custDataLst>
            </p:nvPr>
          </p:nvSpPr>
          <p:spPr>
            <a:xfrm>
              <a:off x="936545" y="3486802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" name="MH_SubTitle_1"/>
            <p:cNvSpPr/>
            <p:nvPr>
              <p:custDataLst>
                <p:tags r:id="rId4"/>
              </p:custDataLst>
            </p:nvPr>
          </p:nvSpPr>
          <p:spPr>
            <a:xfrm>
              <a:off x="1021803" y="3807068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494949"/>
                  </a:solidFill>
                </a:rPr>
                <a:t>01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19" name="MH_Other_2"/>
            <p:cNvSpPr/>
            <p:nvPr>
              <p:custDataLst>
                <p:tags r:id="rId5"/>
              </p:custDataLst>
            </p:nvPr>
          </p:nvSpPr>
          <p:spPr>
            <a:xfrm flipV="1">
              <a:off x="259151" y="3470235"/>
              <a:ext cx="2030660" cy="33059"/>
            </a:xfrm>
            <a:prstGeom prst="rect">
              <a:avLst/>
            </a:prstGeom>
            <a:gradFill>
              <a:gsLst>
                <a:gs pos="49628">
                  <a:schemeClr val="accent1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/>
            </a:p>
          </p:txBody>
        </p:sp>
      </p:grpSp>
      <p:grpSp>
        <p:nvGrpSpPr>
          <p:cNvPr id="20" name="组合 19"/>
          <p:cNvGrpSpPr/>
          <p:nvPr>
            <p:custDataLst>
              <p:tags r:id="rId6"/>
            </p:custDataLst>
          </p:nvPr>
        </p:nvGrpSpPr>
        <p:grpSpPr>
          <a:xfrm>
            <a:off x="5532450" y="4439847"/>
            <a:ext cx="5752277" cy="1154954"/>
            <a:chOff x="259151" y="4570886"/>
            <a:chExt cx="4704734" cy="944627"/>
          </a:xfrm>
        </p:grpSpPr>
        <p:sp>
          <p:nvSpPr>
            <p:cNvPr id="21" name="MH_Text_2"/>
            <p:cNvSpPr txBox="1"/>
            <p:nvPr>
              <p:custDataLst>
                <p:tags r:id="rId7"/>
              </p:custDataLst>
            </p:nvPr>
          </p:nvSpPr>
          <p:spPr>
            <a:xfrm>
              <a:off x="1761800" y="4604002"/>
              <a:ext cx="3202085" cy="911510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/>
                <a:t>用户搜索信息模块：搜索商家发布的信息，包括时间地点工资。</a:t>
              </a:r>
              <a:endParaRPr lang="zh-CN" altLang="en-US" sz="2000" dirty="0"/>
            </a:p>
          </p:txBody>
        </p:sp>
        <p:sp>
          <p:nvSpPr>
            <p:cNvPr id="22" name="MH_Other_3"/>
            <p:cNvSpPr/>
            <p:nvPr>
              <p:custDataLst>
                <p:tags r:id="rId8"/>
              </p:custDataLst>
            </p:nvPr>
          </p:nvSpPr>
          <p:spPr>
            <a:xfrm>
              <a:off x="936545" y="4587509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" name="MH_SubTitle_2"/>
            <p:cNvSpPr/>
            <p:nvPr>
              <p:custDataLst>
                <p:tags r:id="rId9"/>
              </p:custDataLst>
            </p:nvPr>
          </p:nvSpPr>
          <p:spPr>
            <a:xfrm>
              <a:off x="1021803" y="4926357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494949"/>
                  </a:solidFill>
                </a:rPr>
                <a:t>02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24" name="MH_Other_4"/>
            <p:cNvSpPr/>
            <p:nvPr>
              <p:custDataLst>
                <p:tags r:id="rId10"/>
              </p:custDataLst>
            </p:nvPr>
          </p:nvSpPr>
          <p:spPr>
            <a:xfrm flipV="1">
              <a:off x="259151" y="4570886"/>
              <a:ext cx="2221261" cy="33059"/>
            </a:xfrm>
            <a:prstGeom prst="rect">
              <a:avLst/>
            </a:prstGeom>
            <a:gradFill>
              <a:gsLst>
                <a:gs pos="49628">
                  <a:schemeClr val="accent2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30" name="文本框 29"/>
          <p:cNvSpPr txBox="1"/>
          <p:nvPr>
            <p:custDataLst>
              <p:tags r:id="rId11"/>
            </p:custDataLst>
          </p:nvPr>
        </p:nvSpPr>
        <p:spPr>
          <a:xfrm>
            <a:off x="838800" y="169200"/>
            <a:ext cx="10512000" cy="864000"/>
          </a:xfrm>
          <a:prstGeom prst="rect">
            <a:avLst/>
          </a:prstGeom>
        </p:spPr>
        <p:txBody>
          <a:bodyPr vert="horz" lIns="67101" tIns="33550" rIns="67101" bIns="33550" rtlCol="0" anchor="ctr">
            <a:normAutofit fontScale="90000" lnSpcReduction="1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3600" dirty="0">
              <a:latin typeface="+mn-lt"/>
              <a:ea typeface="+mn-ea"/>
            </a:endParaRPr>
          </a:p>
          <a:p>
            <a:r>
              <a:rPr lang="zh-CN" altLang="en-US" sz="3600" dirty="0">
                <a:sym typeface="+mn-ea"/>
              </a:rPr>
              <a:t>模块功能介绍</a:t>
            </a:r>
            <a:endParaRPr lang="zh-CN" altLang="en-US" sz="3600" dirty="0">
              <a:latin typeface="+mn-lt"/>
              <a:ea typeface="+mn-ea"/>
            </a:endParaRPr>
          </a:p>
          <a:p>
            <a:endParaRPr lang="zh-CN" altLang="en-US" sz="3600" dirty="0"/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sym typeface="+mn-ea"/>
              </a:rPr>
              <a:t>可行性分析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2095937" y="1567542"/>
            <a:ext cx="4864700" cy="826499"/>
          </a:xfrm>
          <a:solidFill>
            <a:schemeClr val="accent1"/>
          </a:solidFill>
        </p:spPr>
        <p:txBody>
          <a:bodyPr tIns="0" bIns="0" anchor="ctr" anchorCtr="0">
            <a:normAutofit fontScale="97500"/>
          </a:bodyPr>
          <a:lstStyle/>
          <a:p>
            <a:pPr algn="ctr"/>
            <a:r>
              <a:rPr lang="en-US" altLang="zh-CN" sz="6000" dirty="0"/>
              <a:t>03</a:t>
            </a:r>
            <a:endParaRPr lang="en-US" altLang="zh-CN" sz="600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386164" y="1587864"/>
            <a:ext cx="2482801" cy="1154886"/>
            <a:chOff x="259151" y="3470235"/>
            <a:chExt cx="2030660" cy="944571"/>
          </a:xfrm>
        </p:grpSpPr>
        <p:sp>
          <p:nvSpPr>
            <p:cNvPr id="7" name="MH_Other_1"/>
            <p:cNvSpPr/>
            <p:nvPr>
              <p:custDataLst>
                <p:tags r:id="rId2"/>
              </p:custDataLst>
            </p:nvPr>
          </p:nvSpPr>
          <p:spPr>
            <a:xfrm>
              <a:off x="936545" y="3486802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" name="MH_SubTitle_1"/>
            <p:cNvSpPr/>
            <p:nvPr>
              <p:custDataLst>
                <p:tags r:id="rId3"/>
              </p:custDataLst>
            </p:nvPr>
          </p:nvSpPr>
          <p:spPr>
            <a:xfrm>
              <a:off x="1021803" y="3807068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494949"/>
                  </a:solidFill>
                </a:rPr>
                <a:t>01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9" name="MH_Other_2"/>
            <p:cNvSpPr/>
            <p:nvPr>
              <p:custDataLst>
                <p:tags r:id="rId4"/>
              </p:custDataLst>
            </p:nvPr>
          </p:nvSpPr>
          <p:spPr>
            <a:xfrm flipV="1">
              <a:off x="259151" y="3470235"/>
              <a:ext cx="2030660" cy="33059"/>
            </a:xfrm>
            <a:prstGeom prst="rect">
              <a:avLst/>
            </a:prstGeom>
            <a:gradFill>
              <a:gsLst>
                <a:gs pos="49628">
                  <a:schemeClr val="accent1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/>
            </a:p>
          </p:txBody>
        </p:sp>
      </p:grp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2158200" y="1567543"/>
            <a:ext cx="6611201" cy="1207705"/>
            <a:chOff x="-2926828" y="4570886"/>
            <a:chExt cx="5407240" cy="987772"/>
          </a:xfrm>
        </p:grpSpPr>
        <p:sp>
          <p:nvSpPr>
            <p:cNvPr id="4" name="MH_Text_2"/>
            <p:cNvSpPr txBox="1"/>
            <p:nvPr>
              <p:custDataLst>
                <p:tags r:id="rId6"/>
              </p:custDataLst>
            </p:nvPr>
          </p:nvSpPr>
          <p:spPr>
            <a:xfrm>
              <a:off x="-2926828" y="4647148"/>
              <a:ext cx="3202085" cy="911510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/>
                <a:t>可行性分析的前提</a:t>
              </a:r>
              <a:endParaRPr lang="zh-CN" altLang="en-US" sz="2000" dirty="0"/>
            </a:p>
          </p:txBody>
        </p:sp>
        <p:sp>
          <p:nvSpPr>
            <p:cNvPr id="12" name="MH_Other_3"/>
            <p:cNvSpPr/>
            <p:nvPr>
              <p:custDataLst>
                <p:tags r:id="rId7"/>
              </p:custDataLst>
            </p:nvPr>
          </p:nvSpPr>
          <p:spPr>
            <a:xfrm>
              <a:off x="936545" y="4587509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MH_SubTitle_2"/>
            <p:cNvSpPr/>
            <p:nvPr>
              <p:custDataLst>
                <p:tags r:id="rId8"/>
              </p:custDataLst>
            </p:nvPr>
          </p:nvSpPr>
          <p:spPr>
            <a:xfrm>
              <a:off x="1021803" y="4926357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494949"/>
                  </a:solidFill>
                </a:rPr>
                <a:t>02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14" name="MH_Other_4"/>
            <p:cNvSpPr/>
            <p:nvPr>
              <p:custDataLst>
                <p:tags r:id="rId9"/>
              </p:custDataLst>
            </p:nvPr>
          </p:nvSpPr>
          <p:spPr>
            <a:xfrm flipV="1">
              <a:off x="259151" y="4570886"/>
              <a:ext cx="2221261" cy="33059"/>
            </a:xfrm>
            <a:prstGeom prst="rect">
              <a:avLst/>
            </a:prstGeom>
            <a:gradFill>
              <a:gsLst>
                <a:gs pos="49628">
                  <a:schemeClr val="accent2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20" name="组合 19"/>
          <p:cNvGrpSpPr/>
          <p:nvPr>
            <p:custDataLst>
              <p:tags r:id="rId10"/>
            </p:custDataLst>
          </p:nvPr>
        </p:nvGrpSpPr>
        <p:grpSpPr>
          <a:xfrm>
            <a:off x="548877" y="1642623"/>
            <a:ext cx="11344185" cy="3701506"/>
            <a:chOff x="259151" y="1387377"/>
            <a:chExt cx="9278304" cy="3027429"/>
          </a:xfrm>
        </p:grpSpPr>
        <p:sp>
          <p:nvSpPr>
            <p:cNvPr id="21" name="MH_Text_1"/>
            <p:cNvSpPr txBox="1"/>
            <p:nvPr>
              <p:custDataLst>
                <p:tags r:id="rId11"/>
              </p:custDataLst>
            </p:nvPr>
          </p:nvSpPr>
          <p:spPr>
            <a:xfrm>
              <a:off x="6335370" y="1387377"/>
              <a:ext cx="3202085" cy="911512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/>
                <a:t>对现有系统的分析</a:t>
              </a:r>
              <a:endParaRPr lang="zh-CN" altLang="en-US" sz="2000" dirty="0"/>
            </a:p>
          </p:txBody>
        </p:sp>
        <p:sp>
          <p:nvSpPr>
            <p:cNvPr id="22" name="MH_Other_1"/>
            <p:cNvSpPr/>
            <p:nvPr>
              <p:custDataLst>
                <p:tags r:id="rId12"/>
              </p:custDataLst>
            </p:nvPr>
          </p:nvSpPr>
          <p:spPr>
            <a:xfrm>
              <a:off x="936545" y="3486802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" name="MH_SubTitle_1"/>
            <p:cNvSpPr/>
            <p:nvPr>
              <p:custDataLst>
                <p:tags r:id="rId13"/>
              </p:custDataLst>
            </p:nvPr>
          </p:nvSpPr>
          <p:spPr>
            <a:xfrm>
              <a:off x="1021803" y="3807068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494949"/>
                  </a:solidFill>
                </a:rPr>
                <a:t>03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24" name="MH_Other_2"/>
            <p:cNvSpPr/>
            <p:nvPr>
              <p:custDataLst>
                <p:tags r:id="rId14"/>
              </p:custDataLst>
            </p:nvPr>
          </p:nvSpPr>
          <p:spPr>
            <a:xfrm flipV="1">
              <a:off x="259151" y="3470235"/>
              <a:ext cx="2030660" cy="33059"/>
            </a:xfrm>
            <a:prstGeom prst="rect">
              <a:avLst/>
            </a:prstGeom>
            <a:gradFill>
              <a:gsLst>
                <a:gs pos="49628">
                  <a:schemeClr val="accent2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/>
            </a:p>
          </p:txBody>
        </p:sp>
      </p:grpSp>
      <p:grpSp>
        <p:nvGrpSpPr>
          <p:cNvPr id="25" name="组合 24"/>
          <p:cNvGrpSpPr/>
          <p:nvPr>
            <p:custDataLst>
              <p:tags r:id="rId15"/>
            </p:custDataLst>
          </p:nvPr>
        </p:nvGrpSpPr>
        <p:grpSpPr>
          <a:xfrm>
            <a:off x="2246125" y="4124223"/>
            <a:ext cx="6540859" cy="1255142"/>
            <a:chOff x="-2941209" y="4488943"/>
            <a:chExt cx="5349708" cy="1026570"/>
          </a:xfrm>
        </p:grpSpPr>
        <p:sp>
          <p:nvSpPr>
            <p:cNvPr id="26" name="MH_Text_2"/>
            <p:cNvSpPr txBox="1"/>
            <p:nvPr>
              <p:custDataLst>
                <p:tags r:id="rId16"/>
              </p:custDataLst>
            </p:nvPr>
          </p:nvSpPr>
          <p:spPr>
            <a:xfrm>
              <a:off x="-2941209" y="4488943"/>
              <a:ext cx="3202085" cy="911510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/>
                <a:t>经济可行性</a:t>
              </a:r>
              <a:endParaRPr lang="zh-CN" altLang="en-US" sz="2000" dirty="0"/>
            </a:p>
          </p:txBody>
        </p:sp>
        <p:sp>
          <p:nvSpPr>
            <p:cNvPr id="27" name="MH_Other_3"/>
            <p:cNvSpPr/>
            <p:nvPr>
              <p:custDataLst>
                <p:tags r:id="rId17"/>
              </p:custDataLst>
            </p:nvPr>
          </p:nvSpPr>
          <p:spPr>
            <a:xfrm>
              <a:off x="936545" y="4587509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8" name="MH_SubTitle_2"/>
            <p:cNvSpPr/>
            <p:nvPr>
              <p:custDataLst>
                <p:tags r:id="rId18"/>
              </p:custDataLst>
            </p:nvPr>
          </p:nvSpPr>
          <p:spPr>
            <a:xfrm>
              <a:off x="1021803" y="4926357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494949"/>
                  </a:solidFill>
                </a:rPr>
                <a:t>04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29" name="MH_Other_4"/>
            <p:cNvSpPr/>
            <p:nvPr>
              <p:custDataLst>
                <p:tags r:id="rId19"/>
              </p:custDataLst>
            </p:nvPr>
          </p:nvSpPr>
          <p:spPr>
            <a:xfrm flipV="1">
              <a:off x="187238" y="4585268"/>
              <a:ext cx="2221261" cy="33059"/>
            </a:xfrm>
            <a:prstGeom prst="rect">
              <a:avLst/>
            </a:prstGeom>
            <a:gradFill>
              <a:gsLst>
                <a:gs pos="49628">
                  <a:schemeClr val="accent1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31" name="MH_Text_1"/>
          <p:cNvSpPr txBox="1"/>
          <p:nvPr>
            <p:custDataLst>
              <p:tags r:id="rId20"/>
            </p:custDataLst>
          </p:nvPr>
        </p:nvSpPr>
        <p:spPr>
          <a:xfrm>
            <a:off x="7885635" y="4183753"/>
            <a:ext cx="3915052" cy="1114466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000" dirty="0"/>
              <a:t>技术可行性</a:t>
            </a:r>
            <a:endParaRPr lang="zh-CN" altLang="en-US" sz="2000" dirty="0"/>
          </a:p>
        </p:txBody>
      </p:sp>
      <p:sp>
        <p:nvSpPr>
          <p:cNvPr id="2" name="文本框 1"/>
          <p:cNvSpPr txBox="1"/>
          <p:nvPr>
            <p:custDataLst>
              <p:tags r:id="rId21"/>
            </p:custDataLst>
          </p:nvPr>
        </p:nvSpPr>
        <p:spPr>
          <a:xfrm>
            <a:off x="838800" y="169200"/>
            <a:ext cx="10512000" cy="864000"/>
          </a:xfrm>
          <a:prstGeom prst="rect">
            <a:avLst/>
          </a:prstGeom>
        </p:spPr>
        <p:txBody>
          <a:bodyPr vert="horz" lIns="67101" tIns="33550" rIns="67101" bIns="3355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/>
              <a:t>可行性分析</a:t>
            </a:r>
            <a:endParaRPr lang="zh-CN" altLang="en-US" sz="3600" dirty="0"/>
          </a:p>
        </p:txBody>
      </p:sp>
      <p:grpSp>
        <p:nvGrpSpPr>
          <p:cNvPr id="5" name="组合 4"/>
          <p:cNvGrpSpPr/>
          <p:nvPr>
            <p:custDataLst>
              <p:tags r:id="rId22"/>
            </p:custDataLst>
          </p:nvPr>
        </p:nvGrpSpPr>
        <p:grpSpPr>
          <a:xfrm>
            <a:off x="368580" y="1567544"/>
            <a:ext cx="5752277" cy="1154886"/>
            <a:chOff x="259151" y="3470235"/>
            <a:chExt cx="4704734" cy="944571"/>
          </a:xfrm>
        </p:grpSpPr>
        <p:sp>
          <p:nvSpPr>
            <p:cNvPr id="6" name="MH_Text_1"/>
            <p:cNvSpPr txBox="1"/>
            <p:nvPr>
              <p:custDataLst>
                <p:tags r:id="rId23"/>
              </p:custDataLst>
            </p:nvPr>
          </p:nvSpPr>
          <p:spPr>
            <a:xfrm>
              <a:off x="1761800" y="4374265"/>
              <a:ext cx="3202085" cy="40541"/>
            </a:xfrm>
            <a:prstGeom prst="rect">
              <a:avLst/>
            </a:prstGeom>
            <a:noFill/>
          </p:spPr>
          <p:txBody>
            <a:bodyPr anchor="ctr">
              <a:normAutofit fontScale="25000" lnSpcReduction="20000"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sz="2000" dirty="0"/>
                <a:t>引言</a:t>
              </a:r>
              <a:endParaRPr sz="2000" dirty="0"/>
            </a:p>
          </p:txBody>
        </p:sp>
        <p:sp>
          <p:nvSpPr>
            <p:cNvPr id="15" name="MH_Other_1"/>
            <p:cNvSpPr/>
            <p:nvPr>
              <p:custDataLst>
                <p:tags r:id="rId24"/>
              </p:custDataLst>
            </p:nvPr>
          </p:nvSpPr>
          <p:spPr>
            <a:xfrm>
              <a:off x="936545" y="3486802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" name="MH_SubTitle_1"/>
            <p:cNvSpPr/>
            <p:nvPr>
              <p:custDataLst>
                <p:tags r:id="rId25"/>
              </p:custDataLst>
            </p:nvPr>
          </p:nvSpPr>
          <p:spPr>
            <a:xfrm>
              <a:off x="1021803" y="3807068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 dirty="0">
                  <a:solidFill>
                    <a:srgbClr val="494949"/>
                  </a:solidFill>
                </a:rPr>
                <a:t>01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17" name="MH_Other_2"/>
            <p:cNvSpPr/>
            <p:nvPr>
              <p:custDataLst>
                <p:tags r:id="rId26"/>
              </p:custDataLst>
            </p:nvPr>
          </p:nvSpPr>
          <p:spPr>
            <a:xfrm flipV="1">
              <a:off x="259151" y="3470235"/>
              <a:ext cx="2030660" cy="33059"/>
            </a:xfrm>
            <a:prstGeom prst="rect">
              <a:avLst/>
            </a:prstGeom>
            <a:gradFill>
              <a:gsLst>
                <a:gs pos="49628">
                  <a:schemeClr val="accent1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/>
            </a:p>
          </p:txBody>
        </p:sp>
      </p:grpSp>
    </p:spTree>
    <p:custDataLst>
      <p:tags r:id="rId2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可行性分析</a:t>
            </a:r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434975" y="1576070"/>
            <a:ext cx="5751830" cy="1154430"/>
            <a:chOff x="259151" y="4570886"/>
            <a:chExt cx="4704734" cy="944627"/>
          </a:xfrm>
        </p:grpSpPr>
        <p:sp>
          <p:nvSpPr>
            <p:cNvPr id="4" name="MH_Text_2"/>
            <p:cNvSpPr txBox="1"/>
            <p:nvPr>
              <p:custDataLst>
                <p:tags r:id="rId2"/>
              </p:custDataLst>
            </p:nvPr>
          </p:nvSpPr>
          <p:spPr>
            <a:xfrm>
              <a:off x="1761800" y="4604002"/>
              <a:ext cx="3202085" cy="911510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3200" dirty="0"/>
                <a:t>可行性分析的前提</a:t>
              </a:r>
              <a:endParaRPr lang="zh-CN" altLang="en-US" sz="3200" dirty="0"/>
            </a:p>
          </p:txBody>
        </p:sp>
        <p:sp>
          <p:nvSpPr>
            <p:cNvPr id="12" name="MH_Other_3"/>
            <p:cNvSpPr/>
            <p:nvPr>
              <p:custDataLst>
                <p:tags r:id="rId3"/>
              </p:custDataLst>
            </p:nvPr>
          </p:nvSpPr>
          <p:spPr>
            <a:xfrm>
              <a:off x="936545" y="4587509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MH_SubTitle_2"/>
            <p:cNvSpPr/>
            <p:nvPr>
              <p:custDataLst>
                <p:tags r:id="rId4"/>
              </p:custDataLst>
            </p:nvPr>
          </p:nvSpPr>
          <p:spPr>
            <a:xfrm>
              <a:off x="1021803" y="4926357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 dirty="0" smtClean="0">
                  <a:solidFill>
                    <a:srgbClr val="494949"/>
                  </a:solidFill>
                </a:rPr>
                <a:t>01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14" name="MH_Other_4"/>
            <p:cNvSpPr/>
            <p:nvPr>
              <p:custDataLst>
                <p:tags r:id="rId5"/>
              </p:custDataLst>
            </p:nvPr>
          </p:nvSpPr>
          <p:spPr>
            <a:xfrm flipV="1">
              <a:off x="259151" y="4570886"/>
              <a:ext cx="2221261" cy="33059"/>
            </a:xfrm>
            <a:prstGeom prst="rect">
              <a:avLst/>
            </a:prstGeom>
            <a:gradFill>
              <a:gsLst>
                <a:gs pos="49628">
                  <a:schemeClr val="accent2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2327323" y="2607945"/>
            <a:ext cx="85223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/>
              <a:t>1</a:t>
            </a:r>
            <a:r>
              <a:rPr lang="zh-CN" altLang="en-US" sz="4000" dirty="0" smtClean="0"/>
              <a:t>.</a:t>
            </a:r>
            <a:r>
              <a:rPr lang="zh-CN" altLang="en-US" sz="4000" dirty="0"/>
              <a:t>1项目</a:t>
            </a:r>
            <a:r>
              <a:rPr lang="zh-CN" altLang="en-US" sz="4000" dirty="0" smtClean="0"/>
              <a:t>的平台</a:t>
            </a:r>
            <a:r>
              <a:rPr lang="en-US" altLang="zh-CN" sz="4000" dirty="0" smtClean="0"/>
              <a:t>(</a:t>
            </a:r>
            <a:r>
              <a:rPr lang="zh-CN" altLang="en-US" sz="4000" dirty="0" smtClean="0"/>
              <a:t>安卓</a:t>
            </a:r>
            <a:r>
              <a:rPr lang="en-US" altLang="zh-CN" sz="4000" dirty="0" smtClean="0"/>
              <a:t>,</a:t>
            </a:r>
            <a:r>
              <a:rPr lang="zh-CN" altLang="en-US" sz="4000" dirty="0" smtClean="0"/>
              <a:t>不支持</a:t>
            </a:r>
            <a:r>
              <a:rPr lang="en-US" altLang="zh-CN" sz="4000" dirty="0" err="1" smtClean="0"/>
              <a:t>ios</a:t>
            </a:r>
            <a:r>
              <a:rPr lang="en-US" altLang="zh-CN" sz="4000" dirty="0" smtClean="0"/>
              <a:t>)</a:t>
            </a:r>
            <a:endParaRPr lang="zh-CN" altLang="en-US" sz="4000" dirty="0"/>
          </a:p>
          <a:p>
            <a:r>
              <a:rPr lang="en-US" altLang="zh-CN" sz="4000" dirty="0" smtClean="0"/>
              <a:t>1</a:t>
            </a:r>
            <a:r>
              <a:rPr lang="zh-CN" altLang="en-US" sz="4000" dirty="0" smtClean="0"/>
              <a:t>.</a:t>
            </a:r>
            <a:r>
              <a:rPr lang="zh-CN" altLang="en-US" sz="4000" dirty="0"/>
              <a:t>2项目</a:t>
            </a:r>
            <a:r>
              <a:rPr lang="zh-CN" altLang="en-US" sz="4000" dirty="0" smtClean="0"/>
              <a:t>的语言开发环境</a:t>
            </a:r>
            <a:r>
              <a:rPr lang="en-US" altLang="zh-CN" sz="4000" dirty="0" smtClean="0"/>
              <a:t>(eclipse)</a:t>
            </a:r>
            <a:endParaRPr lang="en-US" altLang="zh-CN" sz="4000" dirty="0" smtClean="0"/>
          </a:p>
          <a:p>
            <a:r>
              <a:rPr lang="en-US" altLang="zh-CN" sz="4000" dirty="0" smtClean="0"/>
              <a:t>1.3</a:t>
            </a:r>
            <a:r>
              <a:rPr lang="zh-CN" altLang="en-US" sz="4000" dirty="0" smtClean="0"/>
              <a:t>数据库的选择</a:t>
            </a:r>
            <a:r>
              <a:rPr lang="en-US" altLang="zh-CN" sz="4000" dirty="0" smtClean="0"/>
              <a:t>(</a:t>
            </a:r>
            <a:r>
              <a:rPr lang="en-US" altLang="zh-CN" sz="4000" dirty="0" err="1" smtClean="0"/>
              <a:t>sql</a:t>
            </a:r>
            <a:r>
              <a:rPr lang="en-US" altLang="zh-CN" sz="4000" dirty="0" smtClean="0"/>
              <a:t> server)</a:t>
            </a:r>
            <a:endParaRPr lang="en-US" altLang="zh-CN" sz="4000" dirty="0" smtClean="0"/>
          </a:p>
          <a:p>
            <a:r>
              <a:rPr lang="en-US" altLang="zh-CN" sz="4000" dirty="0" smtClean="0"/>
              <a:t>1.4</a:t>
            </a:r>
            <a:r>
              <a:rPr lang="zh-CN" altLang="en-US" sz="4000" dirty="0" smtClean="0"/>
              <a:t>采用</a:t>
            </a:r>
            <a:r>
              <a:rPr lang="en-US" altLang="zh-CN" sz="4000" dirty="0" smtClean="0"/>
              <a:t>B/S</a:t>
            </a:r>
            <a:r>
              <a:rPr lang="zh-CN" altLang="en-US" sz="4000" dirty="0" smtClean="0"/>
              <a:t>架构</a:t>
            </a:r>
            <a:endParaRPr lang="en-US" altLang="zh-CN" sz="4000" dirty="0" smtClean="0"/>
          </a:p>
          <a:p>
            <a:endParaRPr lang="zh-CN" altLang="en-US" sz="4000" dirty="0"/>
          </a:p>
          <a:p>
            <a:r>
              <a:rPr lang="zh-CN" altLang="en-US" sz="4000" dirty="0"/>
              <a:t>	  </a:t>
            </a:r>
            <a:endParaRPr lang="zh-CN" altLang="en-US" sz="4000" dirty="0"/>
          </a:p>
          <a:p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可行性分析</a:t>
            </a:r>
            <a:endParaRPr lang="zh-CN" altLang="en-US"/>
          </a:p>
        </p:txBody>
      </p:sp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467360" y="1590040"/>
            <a:ext cx="5751830" cy="1154430"/>
            <a:chOff x="259151" y="3470235"/>
            <a:chExt cx="4704734" cy="944571"/>
          </a:xfrm>
        </p:grpSpPr>
        <p:sp>
          <p:nvSpPr>
            <p:cNvPr id="10" name="MH_Text_1"/>
            <p:cNvSpPr txBox="1"/>
            <p:nvPr>
              <p:custDataLst>
                <p:tags r:id="rId2"/>
              </p:custDataLst>
            </p:nvPr>
          </p:nvSpPr>
          <p:spPr>
            <a:xfrm>
              <a:off x="1761800" y="3487194"/>
              <a:ext cx="3202085" cy="911512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4000" dirty="0" smtClean="0"/>
                <a:t>操作可行性</a:t>
              </a:r>
              <a:endParaRPr lang="zh-CN" altLang="en-US" sz="4000" dirty="0"/>
            </a:p>
          </p:txBody>
        </p:sp>
        <p:sp>
          <p:nvSpPr>
            <p:cNvPr id="11" name="MH_Other_1"/>
            <p:cNvSpPr/>
            <p:nvPr>
              <p:custDataLst>
                <p:tags r:id="rId3"/>
              </p:custDataLst>
            </p:nvPr>
          </p:nvSpPr>
          <p:spPr>
            <a:xfrm>
              <a:off x="936545" y="3486802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MH_SubTitle_1"/>
            <p:cNvSpPr/>
            <p:nvPr>
              <p:custDataLst>
                <p:tags r:id="rId4"/>
              </p:custDataLst>
            </p:nvPr>
          </p:nvSpPr>
          <p:spPr>
            <a:xfrm>
              <a:off x="1021803" y="3807068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 dirty="0" smtClean="0">
                  <a:solidFill>
                    <a:srgbClr val="494949"/>
                  </a:solidFill>
                </a:rPr>
                <a:t>02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13" name="MH_Other_2"/>
            <p:cNvSpPr/>
            <p:nvPr>
              <p:custDataLst>
                <p:tags r:id="rId5"/>
              </p:custDataLst>
            </p:nvPr>
          </p:nvSpPr>
          <p:spPr>
            <a:xfrm flipV="1">
              <a:off x="259151" y="3470235"/>
              <a:ext cx="2030660" cy="33059"/>
            </a:xfrm>
            <a:prstGeom prst="rect">
              <a:avLst/>
            </a:prstGeom>
            <a:gradFill>
              <a:gsLst>
                <a:gs pos="49628">
                  <a:schemeClr val="accent2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119755" y="2874645"/>
            <a:ext cx="575500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/>
              <a:t>2</a:t>
            </a:r>
            <a:r>
              <a:rPr lang="zh-CN" altLang="en-US" sz="4000" dirty="0" smtClean="0"/>
              <a:t>.1移动端的应用比较普及</a:t>
            </a:r>
            <a:r>
              <a:rPr lang="en-US" altLang="zh-CN" sz="4000" dirty="0" smtClean="0"/>
              <a:t>,</a:t>
            </a:r>
            <a:r>
              <a:rPr lang="zh-CN" altLang="en-US" sz="4000" dirty="0" smtClean="0"/>
              <a:t>所以不设置</a:t>
            </a:r>
            <a:r>
              <a:rPr lang="en-US" altLang="zh-CN" sz="4000" dirty="0" smtClean="0"/>
              <a:t>web.</a:t>
            </a:r>
            <a:endParaRPr lang="zh-CN" altLang="en-US" sz="4000" dirty="0"/>
          </a:p>
          <a:p>
            <a:r>
              <a:rPr lang="en-US" altLang="zh-CN" sz="4000" dirty="0" smtClean="0"/>
              <a:t>2</a:t>
            </a:r>
            <a:r>
              <a:rPr lang="zh-CN" altLang="en-US" sz="4000" dirty="0" smtClean="0"/>
              <a:t>.2市场同类性质</a:t>
            </a:r>
            <a:r>
              <a:rPr lang="en-US" altLang="zh-CN" sz="4000" dirty="0" smtClean="0"/>
              <a:t>WEB</a:t>
            </a:r>
            <a:r>
              <a:rPr lang="zh-CN" altLang="en-US" sz="4000" dirty="0" smtClean="0"/>
              <a:t>较多</a:t>
            </a:r>
            <a:r>
              <a:rPr lang="en-US" altLang="zh-CN" sz="4000" dirty="0" smtClean="0"/>
              <a:t>(58,</a:t>
            </a:r>
            <a:r>
              <a:rPr lang="zh-CN" altLang="en-US" sz="4000" dirty="0" smtClean="0"/>
              <a:t>赶集网</a:t>
            </a:r>
            <a:r>
              <a:rPr lang="en-US" altLang="zh-CN" sz="4000" dirty="0" smtClean="0"/>
              <a:t>),</a:t>
            </a:r>
            <a:r>
              <a:rPr lang="zh-CN" altLang="en-US" sz="4000" dirty="0" smtClean="0"/>
              <a:t>生存能力存在疑问</a:t>
            </a:r>
            <a:r>
              <a:rPr lang="en-US" altLang="zh-CN" sz="4000" dirty="0" smtClean="0"/>
              <a:t>.</a:t>
            </a:r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可行性分析</a:t>
            </a:r>
            <a:endParaRPr lang="zh-CN" altLang="en-US"/>
          </a:p>
        </p:txBody>
      </p:sp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442595" y="1558290"/>
            <a:ext cx="5751830" cy="1154430"/>
            <a:chOff x="259151" y="4570886"/>
            <a:chExt cx="4704734" cy="944627"/>
          </a:xfrm>
        </p:grpSpPr>
        <p:sp>
          <p:nvSpPr>
            <p:cNvPr id="26" name="MH_Text_2"/>
            <p:cNvSpPr txBox="1"/>
            <p:nvPr>
              <p:custDataLst>
                <p:tags r:id="rId2"/>
              </p:custDataLst>
            </p:nvPr>
          </p:nvSpPr>
          <p:spPr>
            <a:xfrm>
              <a:off x="1761800" y="4604002"/>
              <a:ext cx="3202085" cy="911510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3200" dirty="0"/>
                <a:t>经济可行性</a:t>
              </a:r>
              <a:endParaRPr lang="zh-CN" altLang="en-US" sz="3200" dirty="0"/>
            </a:p>
          </p:txBody>
        </p:sp>
        <p:sp>
          <p:nvSpPr>
            <p:cNvPr id="27" name="MH_Other_3"/>
            <p:cNvSpPr/>
            <p:nvPr>
              <p:custDataLst>
                <p:tags r:id="rId3"/>
              </p:custDataLst>
            </p:nvPr>
          </p:nvSpPr>
          <p:spPr>
            <a:xfrm>
              <a:off x="936545" y="4587509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8" name="MH_SubTitle_2"/>
            <p:cNvSpPr/>
            <p:nvPr>
              <p:custDataLst>
                <p:tags r:id="rId4"/>
              </p:custDataLst>
            </p:nvPr>
          </p:nvSpPr>
          <p:spPr>
            <a:xfrm>
              <a:off x="1021803" y="4926357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 dirty="0" smtClean="0">
                  <a:solidFill>
                    <a:srgbClr val="494949"/>
                  </a:solidFill>
                </a:rPr>
                <a:t>03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29" name="MH_Other_4"/>
            <p:cNvSpPr/>
            <p:nvPr>
              <p:custDataLst>
                <p:tags r:id="rId5"/>
              </p:custDataLst>
            </p:nvPr>
          </p:nvSpPr>
          <p:spPr>
            <a:xfrm flipV="1">
              <a:off x="259151" y="4570886"/>
              <a:ext cx="2221261" cy="33059"/>
            </a:xfrm>
            <a:prstGeom prst="rect">
              <a:avLst/>
            </a:prstGeom>
            <a:gradFill>
              <a:gsLst>
                <a:gs pos="49628">
                  <a:schemeClr val="accent1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188970" y="3065145"/>
            <a:ext cx="5360035" cy="1310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/>
              <a:t>3</a:t>
            </a:r>
            <a:r>
              <a:rPr lang="zh-CN" altLang="en-US" sz="4000" dirty="0" smtClean="0"/>
              <a:t>.</a:t>
            </a:r>
            <a:r>
              <a:rPr lang="zh-CN" altLang="en-US" sz="4000" dirty="0"/>
              <a:t>1基建</a:t>
            </a:r>
            <a:r>
              <a:rPr lang="zh-CN" altLang="en-US" sz="4000" dirty="0" smtClean="0"/>
              <a:t>投资</a:t>
            </a:r>
            <a:endParaRPr lang="zh-CN" altLang="en-US" sz="4000" dirty="0"/>
          </a:p>
          <a:p>
            <a:r>
              <a:rPr lang="en-US" altLang="zh-CN" sz="4000" dirty="0" smtClean="0"/>
              <a:t>3</a:t>
            </a:r>
            <a:r>
              <a:rPr lang="zh-CN" altLang="en-US" sz="4000" dirty="0" smtClean="0"/>
              <a:t>.</a:t>
            </a:r>
            <a:r>
              <a:rPr lang="zh-CN" altLang="en-US" sz="4000" dirty="0"/>
              <a:t>2 Team Building</a:t>
            </a:r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可行性分析</a:t>
            </a:r>
            <a:endParaRPr lang="zh-CN" altLang="en-US"/>
          </a:p>
        </p:txBody>
      </p:sp>
      <p:grpSp>
        <p:nvGrpSpPr>
          <p:cNvPr id="30" name="组合 29"/>
          <p:cNvGrpSpPr/>
          <p:nvPr>
            <p:custDataLst>
              <p:tags r:id="rId1"/>
            </p:custDataLst>
          </p:nvPr>
        </p:nvGrpSpPr>
        <p:grpSpPr>
          <a:xfrm>
            <a:off x="394335" y="1653540"/>
            <a:ext cx="5751830" cy="1154430"/>
            <a:chOff x="259151" y="3470235"/>
            <a:chExt cx="4704734" cy="944571"/>
          </a:xfrm>
        </p:grpSpPr>
        <p:sp>
          <p:nvSpPr>
            <p:cNvPr id="31" name="MH_Text_1"/>
            <p:cNvSpPr txBox="1"/>
            <p:nvPr>
              <p:custDataLst>
                <p:tags r:id="rId2"/>
              </p:custDataLst>
            </p:nvPr>
          </p:nvSpPr>
          <p:spPr>
            <a:xfrm>
              <a:off x="1761800" y="3503294"/>
              <a:ext cx="3202085" cy="911512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3200" dirty="0"/>
                <a:t>技术可行性</a:t>
              </a:r>
              <a:endParaRPr lang="zh-CN" altLang="en-US" sz="3200" dirty="0"/>
            </a:p>
          </p:txBody>
        </p:sp>
        <p:sp>
          <p:nvSpPr>
            <p:cNvPr id="32" name="MH_Other_1"/>
            <p:cNvSpPr/>
            <p:nvPr>
              <p:custDataLst>
                <p:tags r:id="rId3"/>
              </p:custDataLst>
            </p:nvPr>
          </p:nvSpPr>
          <p:spPr>
            <a:xfrm>
              <a:off x="936545" y="3486802"/>
              <a:ext cx="692997" cy="928004"/>
            </a:xfrm>
            <a:custGeom>
              <a:avLst/>
              <a:gdLst/>
              <a:ahLst/>
              <a:cxnLst/>
              <a:rect l="l" t="t" r="r" b="b"/>
              <a:pathLst>
                <a:path w="959230" h="1283265">
                  <a:moveTo>
                    <a:pt x="144016" y="0"/>
                  </a:moveTo>
                  <a:lnTo>
                    <a:pt x="792088" y="0"/>
                  </a:lnTo>
                  <a:lnTo>
                    <a:pt x="792088" y="442510"/>
                  </a:lnTo>
                  <a:cubicBezTo>
                    <a:pt x="894990" y="528892"/>
                    <a:pt x="959230" y="658769"/>
                    <a:pt x="959230" y="803650"/>
                  </a:cubicBezTo>
                  <a:cubicBezTo>
                    <a:pt x="959230" y="1068534"/>
                    <a:pt x="744499" y="1283265"/>
                    <a:pt x="479615" y="1283265"/>
                  </a:cubicBezTo>
                  <a:cubicBezTo>
                    <a:pt x="214731" y="1283265"/>
                    <a:pt x="0" y="1068534"/>
                    <a:pt x="0" y="803650"/>
                  </a:cubicBezTo>
                  <a:cubicBezTo>
                    <a:pt x="0" y="669564"/>
                    <a:pt x="55024" y="548329"/>
                    <a:pt x="144016" y="4615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3" name="MH_SubTitle_1"/>
            <p:cNvSpPr/>
            <p:nvPr>
              <p:custDataLst>
                <p:tags r:id="rId4"/>
              </p:custDataLst>
            </p:nvPr>
          </p:nvSpPr>
          <p:spPr>
            <a:xfrm>
              <a:off x="1021803" y="3807068"/>
              <a:ext cx="521387" cy="5213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altLang="zh-CN" sz="2000" b="1" dirty="0" smtClean="0">
                  <a:solidFill>
                    <a:srgbClr val="494949"/>
                  </a:solidFill>
                </a:rPr>
                <a:t>04</a:t>
              </a:r>
              <a:endParaRPr lang="zh-CN" altLang="en-US" sz="2000" b="1" dirty="0">
                <a:solidFill>
                  <a:srgbClr val="494949"/>
                </a:solidFill>
              </a:endParaRPr>
            </a:p>
          </p:txBody>
        </p:sp>
        <p:sp>
          <p:nvSpPr>
            <p:cNvPr id="34" name="MH_Other_2"/>
            <p:cNvSpPr/>
            <p:nvPr>
              <p:custDataLst>
                <p:tags r:id="rId5"/>
              </p:custDataLst>
            </p:nvPr>
          </p:nvSpPr>
          <p:spPr>
            <a:xfrm flipV="1">
              <a:off x="259151" y="3470235"/>
              <a:ext cx="2030660" cy="33059"/>
            </a:xfrm>
            <a:prstGeom prst="rect">
              <a:avLst/>
            </a:prstGeom>
            <a:gradFill>
              <a:gsLst>
                <a:gs pos="49628">
                  <a:schemeClr val="accent1">
                    <a:lumMod val="60000"/>
                    <a:lumOff val="40000"/>
                  </a:schemeClr>
                </a:gs>
                <a:gs pos="2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2239401" y="2748622"/>
            <a:ext cx="755523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/>
              <a:t>4.1</a:t>
            </a:r>
            <a:r>
              <a:rPr lang="zh-CN" altLang="en-US" sz="4000" dirty="0" smtClean="0"/>
              <a:t>编程语言可行性分析</a:t>
            </a:r>
            <a:r>
              <a:rPr lang="en-US" altLang="zh-CN" sz="4000" dirty="0" smtClean="0"/>
              <a:t>(java</a:t>
            </a:r>
            <a:r>
              <a:rPr lang="zh-CN" altLang="en-US" sz="4000" dirty="0" smtClean="0"/>
              <a:t>面向对象</a:t>
            </a:r>
            <a:r>
              <a:rPr lang="en-US" altLang="zh-CN" sz="4000" dirty="0" smtClean="0"/>
              <a:t>,</a:t>
            </a:r>
            <a:r>
              <a:rPr lang="zh-CN" altLang="en-US" sz="4000" dirty="0" smtClean="0"/>
              <a:t>相对于</a:t>
            </a:r>
            <a:r>
              <a:rPr lang="en-US" altLang="zh-CN" sz="4000" dirty="0" smtClean="0"/>
              <a:t>C</a:t>
            </a:r>
            <a:r>
              <a:rPr lang="zh-CN" altLang="en-US" sz="4000" dirty="0" smtClean="0"/>
              <a:t>有一定的优势</a:t>
            </a:r>
            <a:r>
              <a:rPr lang="en-US" altLang="zh-CN" sz="4000" dirty="0" smtClean="0"/>
              <a:t>,</a:t>
            </a:r>
            <a:r>
              <a:rPr lang="zh-CN" altLang="en-US" sz="4000" dirty="0" smtClean="0"/>
              <a:t>网络接口也便于设置</a:t>
            </a:r>
            <a:r>
              <a:rPr lang="en-US" altLang="zh-CN" sz="4000" dirty="0" smtClean="0"/>
              <a:t>)</a:t>
            </a:r>
            <a:endParaRPr lang="zh-CN" altLang="en-US" sz="4000" dirty="0"/>
          </a:p>
          <a:p>
            <a:r>
              <a:rPr lang="en-US" altLang="zh-CN" sz="4000" dirty="0" smtClean="0"/>
              <a:t>4.2</a:t>
            </a:r>
            <a:r>
              <a:rPr lang="zh-CN" altLang="en-US" sz="4000" dirty="0" smtClean="0"/>
              <a:t>开发</a:t>
            </a:r>
            <a:r>
              <a:rPr lang="zh-CN" altLang="en-US" sz="4000" dirty="0"/>
              <a:t>平台</a:t>
            </a:r>
            <a:r>
              <a:rPr lang="zh-CN" altLang="en-US" sz="4000" dirty="0" smtClean="0"/>
              <a:t>可行性分析</a:t>
            </a:r>
            <a:r>
              <a:rPr lang="en-US" altLang="zh-CN" sz="4000" dirty="0" smtClean="0"/>
              <a:t>(eclipse</a:t>
            </a:r>
            <a:r>
              <a:rPr lang="zh-CN" altLang="en-US" sz="4000" dirty="0" smtClean="0"/>
              <a:t>为免费的开发环境</a:t>
            </a:r>
            <a:r>
              <a:rPr lang="en-US" altLang="zh-CN" sz="4000" dirty="0" smtClean="0"/>
              <a:t>)</a:t>
            </a:r>
            <a:r>
              <a:rPr lang="zh-CN" altLang="en-US" sz="4000" dirty="0"/>
              <a:t>	</a:t>
            </a:r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927860" y="2636520"/>
            <a:ext cx="5805170" cy="1838960"/>
          </a:xfrm>
        </p:spPr>
        <p:txBody>
          <a:bodyPr>
            <a:normAutofit/>
          </a:bodyPr>
          <a:lstStyle/>
          <a:p>
            <a:r>
              <a:rPr lang="zh-CN" altLang="en-US" dirty="0"/>
              <a:t>资料来源及小组分工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2095937" y="1567542"/>
            <a:ext cx="4864700" cy="826499"/>
          </a:xfrm>
          <a:solidFill>
            <a:schemeClr val="accent1"/>
          </a:solidFill>
        </p:spPr>
        <p:txBody>
          <a:bodyPr tIns="0" bIns="0" anchor="ctr" anchorCtr="0">
            <a:normAutofit fontScale="97500"/>
          </a:bodyPr>
          <a:lstStyle/>
          <a:p>
            <a:pPr algn="ctr"/>
            <a:r>
              <a:rPr lang="en-US" altLang="zh-CN" sz="6000" dirty="0"/>
              <a:t>04</a:t>
            </a:r>
            <a:endParaRPr lang="en-US" altLang="zh-CN" sz="600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3217928" y="1788586"/>
            <a:ext cx="5756143" cy="4173676"/>
            <a:chOff x="4495100" y="2491659"/>
            <a:chExt cx="3197782" cy="2318654"/>
          </a:xfrm>
        </p:grpSpPr>
        <p:sp>
          <p:nvSpPr>
            <p:cNvPr id="6" name="MH_Other_1"/>
            <p:cNvSpPr/>
            <p:nvPr>
              <p:custDataLst>
                <p:tags r:id="rId2"/>
              </p:custDataLst>
            </p:nvPr>
          </p:nvSpPr>
          <p:spPr>
            <a:xfrm>
              <a:off x="4624155" y="2491659"/>
              <a:ext cx="2122039" cy="1741804"/>
            </a:xfrm>
            <a:custGeom>
              <a:avLst/>
              <a:gdLst>
                <a:gd name="connsiteX0" fmla="*/ 0 w 3718560"/>
                <a:gd name="connsiteY0" fmla="*/ 0 h 3518262"/>
                <a:gd name="connsiteX1" fmla="*/ 0 w 3718560"/>
                <a:gd name="connsiteY1" fmla="*/ 3509554 h 3518262"/>
                <a:gd name="connsiteX2" fmla="*/ 3718560 w 3718560"/>
                <a:gd name="connsiteY2" fmla="*/ 3518262 h 3518262"/>
                <a:gd name="connsiteX3" fmla="*/ 3718560 w 3718560"/>
                <a:gd name="connsiteY3" fmla="*/ 3518262 h 3518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18560" h="3518262">
                  <a:moveTo>
                    <a:pt x="0" y="0"/>
                  </a:moveTo>
                  <a:lnTo>
                    <a:pt x="0" y="3509554"/>
                  </a:lnTo>
                  <a:lnTo>
                    <a:pt x="3718560" y="3518262"/>
                  </a:lnTo>
                  <a:lnTo>
                    <a:pt x="3718560" y="3518262"/>
                  </a:lnTo>
                </a:path>
              </a:pathLst>
            </a:custGeom>
            <a:noFill/>
            <a:ln w="762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760" kern="0">
                <a:solidFill>
                  <a:srgbClr val="FFFFFF"/>
                </a:solidFill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7" name="MH_Desc_1"/>
            <p:cNvSpPr/>
            <p:nvPr>
              <p:custDataLst>
                <p:tags r:id="rId3"/>
              </p:custDataLst>
            </p:nvPr>
          </p:nvSpPr>
          <p:spPr>
            <a:xfrm>
              <a:off x="4495100" y="2648429"/>
              <a:ext cx="2981249" cy="2134166"/>
            </a:xfrm>
            <a:custGeom>
              <a:avLst/>
              <a:gdLst>
                <a:gd name="connsiteX0" fmla="*/ 5320937 w 5320937"/>
                <a:gd name="connsiteY0" fmla="*/ 1837508 h 4188823"/>
                <a:gd name="connsiteX1" fmla="*/ 5320937 w 5320937"/>
                <a:gd name="connsiteY1" fmla="*/ 0 h 4188823"/>
                <a:gd name="connsiteX2" fmla="*/ 0 w 5320937"/>
                <a:gd name="connsiteY2" fmla="*/ 0 h 4188823"/>
                <a:gd name="connsiteX3" fmla="*/ 0 w 5320937"/>
                <a:gd name="connsiteY3" fmla="*/ 3405051 h 4188823"/>
                <a:gd name="connsiteX4" fmla="*/ 2717075 w 5320937"/>
                <a:gd name="connsiteY4" fmla="*/ 3405051 h 4188823"/>
                <a:gd name="connsiteX5" fmla="*/ 3500847 w 5320937"/>
                <a:gd name="connsiteY5" fmla="*/ 4188823 h 4188823"/>
                <a:gd name="connsiteX6" fmla="*/ 3518263 w 5320937"/>
                <a:gd name="connsiteY6" fmla="*/ 4188823 h 418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20937" h="4188823">
                  <a:moveTo>
                    <a:pt x="5320937" y="1837508"/>
                  </a:moveTo>
                  <a:lnTo>
                    <a:pt x="5320937" y="0"/>
                  </a:lnTo>
                  <a:lnTo>
                    <a:pt x="0" y="0"/>
                  </a:lnTo>
                  <a:lnTo>
                    <a:pt x="0" y="3405051"/>
                  </a:lnTo>
                  <a:lnTo>
                    <a:pt x="2717075" y="3405051"/>
                  </a:lnTo>
                  <a:lnTo>
                    <a:pt x="3500847" y="4188823"/>
                  </a:lnTo>
                  <a:lnTo>
                    <a:pt x="3518263" y="4188823"/>
                  </a:lnTo>
                </a:path>
              </a:pathLst>
            </a:custGeom>
            <a:noFill/>
            <a:ln w="762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lIns="258154" tIns="91113" rIns="136670" bIns="668162">
              <a:noAutofit/>
            </a:bodyPr>
            <a:lstStyle/>
            <a:p>
              <a:pPr algn="just">
                <a:lnSpc>
                  <a:spcPct val="130000"/>
                </a:lnSpc>
                <a:defRPr/>
              </a:pPr>
              <a:endParaRPr lang="zh-CN" altLang="en-US" sz="1320" kern="0" dirty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8" name="MH_Other_2"/>
            <p:cNvSpPr/>
            <p:nvPr>
              <p:custDataLst>
                <p:tags r:id="rId4"/>
              </p:custDataLst>
            </p:nvPr>
          </p:nvSpPr>
          <p:spPr bwMode="auto">
            <a:xfrm>
              <a:off x="6448241" y="3524097"/>
              <a:ext cx="1244641" cy="1286216"/>
            </a:xfrm>
            <a:custGeom>
              <a:avLst/>
              <a:gdLst>
                <a:gd name="T0" fmla="*/ 311438 w 1909763"/>
                <a:gd name="T1" fmla="*/ 1234671 h 1912938"/>
                <a:gd name="T2" fmla="*/ 423998 w 1909763"/>
                <a:gd name="T3" fmla="*/ 1256142 h 1912938"/>
                <a:gd name="T4" fmla="*/ 469528 w 1909763"/>
                <a:gd name="T5" fmla="*/ 1335710 h 1912938"/>
                <a:gd name="T6" fmla="*/ 530235 w 1909763"/>
                <a:gd name="T7" fmla="*/ 1396649 h 1912938"/>
                <a:gd name="T8" fmla="*/ 631728 w 1909763"/>
                <a:gd name="T9" fmla="*/ 1456326 h 1912938"/>
                <a:gd name="T10" fmla="*/ 647854 w 1909763"/>
                <a:gd name="T11" fmla="*/ 1533683 h 1912938"/>
                <a:gd name="T12" fmla="*/ 0 w 1909763"/>
                <a:gd name="T13" fmla="*/ 1905000 h 1912938"/>
                <a:gd name="T14" fmla="*/ 990076 w 1909763"/>
                <a:gd name="T15" fmla="*/ 547002 h 1912938"/>
                <a:gd name="T16" fmla="*/ 1084268 w 1909763"/>
                <a:gd name="T17" fmla="*/ 595709 h 1912938"/>
                <a:gd name="T18" fmla="*/ 1176565 w 1909763"/>
                <a:gd name="T19" fmla="*/ 667504 h 1912938"/>
                <a:gd name="T20" fmla="*/ 1294781 w 1909763"/>
                <a:gd name="T21" fmla="*/ 800657 h 1912938"/>
                <a:gd name="T22" fmla="*/ 1351992 w 1909763"/>
                <a:gd name="T23" fmla="*/ 906610 h 1912938"/>
                <a:gd name="T24" fmla="*/ 1367480 w 1909763"/>
                <a:gd name="T25" fmla="*/ 971447 h 1912938"/>
                <a:gd name="T26" fmla="*/ 741633 w 1909763"/>
                <a:gd name="T27" fmla="*/ 1521772 h 1912938"/>
                <a:gd name="T28" fmla="*/ 719507 w 1909763"/>
                <a:gd name="T29" fmla="*/ 1441437 h 1912938"/>
                <a:gd name="T30" fmla="*/ 689163 w 1909763"/>
                <a:gd name="T31" fmla="*/ 1362684 h 1912938"/>
                <a:gd name="T32" fmla="*/ 605717 w 1909763"/>
                <a:gd name="T33" fmla="*/ 1309233 h 1912938"/>
                <a:gd name="T34" fmla="*/ 554511 w 1909763"/>
                <a:gd name="T35" fmla="*/ 1257047 h 1912938"/>
                <a:gd name="T36" fmla="*/ 495403 w 1909763"/>
                <a:gd name="T37" fmla="*/ 1173233 h 1912938"/>
                <a:gd name="T38" fmla="*/ 414485 w 1909763"/>
                <a:gd name="T39" fmla="*/ 1167223 h 1912938"/>
                <a:gd name="T40" fmla="*/ 334200 w 1909763"/>
                <a:gd name="T41" fmla="*/ 1137810 h 1912938"/>
                <a:gd name="T42" fmla="*/ 1102115 w 1909763"/>
                <a:gd name="T43" fmla="*/ 389221 h 1912938"/>
                <a:gd name="T44" fmla="*/ 1182317 w 1909763"/>
                <a:gd name="T45" fmla="*/ 412935 h 1912938"/>
                <a:gd name="T46" fmla="*/ 1278052 w 1909763"/>
                <a:gd name="T47" fmla="*/ 467951 h 1912938"/>
                <a:gd name="T48" fmla="*/ 1390271 w 1909763"/>
                <a:gd name="T49" fmla="*/ 569762 h 1912938"/>
                <a:gd name="T50" fmla="*/ 1465401 w 1909763"/>
                <a:gd name="T51" fmla="*/ 674102 h 1912938"/>
                <a:gd name="T52" fmla="*/ 1496150 w 1909763"/>
                <a:gd name="T53" fmla="*/ 753148 h 1912938"/>
                <a:gd name="T54" fmla="*/ 1438773 w 1909763"/>
                <a:gd name="T55" fmla="*/ 874245 h 1912938"/>
                <a:gd name="T56" fmla="*/ 1394075 w 1909763"/>
                <a:gd name="T57" fmla="*/ 754728 h 1912938"/>
                <a:gd name="T58" fmla="*/ 1286611 w 1909763"/>
                <a:gd name="T59" fmla="*/ 617822 h 1912938"/>
                <a:gd name="T60" fmla="*/ 1182317 w 1909763"/>
                <a:gd name="T61" fmla="*/ 530239 h 1912938"/>
                <a:gd name="T62" fmla="*/ 1095458 w 1909763"/>
                <a:gd name="T63" fmla="*/ 479966 h 1912938"/>
                <a:gd name="T64" fmla="*/ 1079925 w 1909763"/>
                <a:gd name="T65" fmla="*/ 387324 h 1912938"/>
                <a:gd name="T66" fmla="*/ 1274840 w 1909763"/>
                <a:gd name="T67" fmla="*/ 248813 h 1912938"/>
                <a:gd name="T68" fmla="*/ 1361157 w 1909763"/>
                <a:gd name="T69" fmla="*/ 287000 h 1912938"/>
                <a:gd name="T70" fmla="*/ 1471820 w 1909763"/>
                <a:gd name="T71" fmla="*/ 367792 h 1912938"/>
                <a:gd name="T72" fmla="*/ 1577108 w 1909763"/>
                <a:gd name="T73" fmla="*/ 484246 h 1912938"/>
                <a:gd name="T74" fmla="*/ 1629910 w 1909763"/>
                <a:gd name="T75" fmla="*/ 580818 h 1912938"/>
                <a:gd name="T76" fmla="*/ 1646668 w 1909763"/>
                <a:gd name="T77" fmla="*/ 647723 h 1912938"/>
                <a:gd name="T78" fmla="*/ 1571733 w 1909763"/>
                <a:gd name="T79" fmla="*/ 701374 h 1912938"/>
                <a:gd name="T80" fmla="*/ 1500908 w 1909763"/>
                <a:gd name="T81" fmla="*/ 566932 h 1912938"/>
                <a:gd name="T82" fmla="*/ 1381077 w 1909763"/>
                <a:gd name="T83" fmla="*/ 437539 h 1912938"/>
                <a:gd name="T84" fmla="*/ 1277685 w 1909763"/>
                <a:gd name="T85" fmla="*/ 362111 h 1912938"/>
                <a:gd name="T86" fmla="*/ 1174610 w 1909763"/>
                <a:gd name="T87" fmla="*/ 313195 h 1912938"/>
                <a:gd name="T88" fmla="*/ 1571880 w 1909763"/>
                <a:gd name="T89" fmla="*/ 0 h 1912938"/>
                <a:gd name="T90" fmla="*/ 1674374 w 1909763"/>
                <a:gd name="T91" fmla="*/ 27868 h 1912938"/>
                <a:gd name="T92" fmla="*/ 1797116 w 1909763"/>
                <a:gd name="T93" fmla="*/ 110838 h 1912938"/>
                <a:gd name="T94" fmla="*/ 1880946 w 1909763"/>
                <a:gd name="T95" fmla="*/ 216927 h 1912938"/>
                <a:gd name="T96" fmla="*/ 1901825 w 1909763"/>
                <a:gd name="T97" fmla="*/ 315415 h 1912938"/>
                <a:gd name="T98" fmla="*/ 1879681 w 1909763"/>
                <a:gd name="T99" fmla="*/ 399018 h 1912938"/>
                <a:gd name="T100" fmla="*/ 1834128 w 1909763"/>
                <a:gd name="T101" fmla="*/ 461405 h 1912938"/>
                <a:gd name="T102" fmla="*/ 1716764 w 1909763"/>
                <a:gd name="T103" fmla="*/ 551026 h 1912938"/>
                <a:gd name="T104" fmla="*/ 1686079 w 1909763"/>
                <a:gd name="T105" fmla="*/ 466156 h 1912938"/>
                <a:gd name="T106" fmla="*/ 1635148 w 1909763"/>
                <a:gd name="T107" fmla="*/ 386034 h 1912938"/>
                <a:gd name="T108" fmla="*/ 1552899 w 1909763"/>
                <a:gd name="T109" fmla="*/ 297997 h 1912938"/>
                <a:gd name="T110" fmla="*/ 1465272 w 1909763"/>
                <a:gd name="T111" fmla="*/ 231811 h 1912938"/>
                <a:gd name="T112" fmla="*/ 1387135 w 1909763"/>
                <a:gd name="T113" fmla="*/ 193176 h 1912938"/>
                <a:gd name="T114" fmla="*/ 1324816 w 1909763"/>
                <a:gd name="T115" fmla="*/ 138389 h 1912938"/>
                <a:gd name="T116" fmla="*/ 1449455 w 1909763"/>
                <a:gd name="T117" fmla="*/ 33885 h 1912938"/>
                <a:gd name="T118" fmla="*/ 1518102 w 1909763"/>
                <a:gd name="T119" fmla="*/ 4750 h 191293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909763" h="1912938">
                  <a:moveTo>
                    <a:pt x="275590" y="1223963"/>
                  </a:moveTo>
                  <a:lnTo>
                    <a:pt x="276860" y="1225231"/>
                  </a:lnTo>
                  <a:lnTo>
                    <a:pt x="281623" y="1228085"/>
                  </a:lnTo>
                  <a:lnTo>
                    <a:pt x="285433" y="1229987"/>
                  </a:lnTo>
                  <a:lnTo>
                    <a:pt x="290513" y="1232207"/>
                  </a:lnTo>
                  <a:lnTo>
                    <a:pt x="296545" y="1235060"/>
                  </a:lnTo>
                  <a:lnTo>
                    <a:pt x="304165" y="1237280"/>
                  </a:lnTo>
                  <a:lnTo>
                    <a:pt x="312738" y="1239816"/>
                  </a:lnTo>
                  <a:lnTo>
                    <a:pt x="323215" y="1242036"/>
                  </a:lnTo>
                  <a:lnTo>
                    <a:pt x="335280" y="1244255"/>
                  </a:lnTo>
                  <a:lnTo>
                    <a:pt x="348933" y="1246157"/>
                  </a:lnTo>
                  <a:lnTo>
                    <a:pt x="364173" y="1248060"/>
                  </a:lnTo>
                  <a:lnTo>
                    <a:pt x="381318" y="1249328"/>
                  </a:lnTo>
                  <a:lnTo>
                    <a:pt x="400368" y="1249962"/>
                  </a:lnTo>
                  <a:lnTo>
                    <a:pt x="421958" y="1250279"/>
                  </a:lnTo>
                  <a:lnTo>
                    <a:pt x="425768" y="1261376"/>
                  </a:lnTo>
                  <a:lnTo>
                    <a:pt x="430213" y="1272474"/>
                  </a:lnTo>
                  <a:lnTo>
                    <a:pt x="434658" y="1282937"/>
                  </a:lnTo>
                  <a:lnTo>
                    <a:pt x="440055" y="1293083"/>
                  </a:lnTo>
                  <a:lnTo>
                    <a:pt x="445453" y="1303229"/>
                  </a:lnTo>
                  <a:lnTo>
                    <a:pt x="451485" y="1313375"/>
                  </a:lnTo>
                  <a:lnTo>
                    <a:pt x="457835" y="1322886"/>
                  </a:lnTo>
                  <a:lnTo>
                    <a:pt x="464185" y="1332081"/>
                  </a:lnTo>
                  <a:lnTo>
                    <a:pt x="471488" y="1341276"/>
                  </a:lnTo>
                  <a:lnTo>
                    <a:pt x="478473" y="1349837"/>
                  </a:lnTo>
                  <a:lnTo>
                    <a:pt x="485775" y="1358080"/>
                  </a:lnTo>
                  <a:lnTo>
                    <a:pt x="493395" y="1366324"/>
                  </a:lnTo>
                  <a:lnTo>
                    <a:pt x="500698" y="1374250"/>
                  </a:lnTo>
                  <a:lnTo>
                    <a:pt x="508635" y="1381860"/>
                  </a:lnTo>
                  <a:lnTo>
                    <a:pt x="516573" y="1388835"/>
                  </a:lnTo>
                  <a:lnTo>
                    <a:pt x="524510" y="1395493"/>
                  </a:lnTo>
                  <a:lnTo>
                    <a:pt x="532448" y="1402469"/>
                  </a:lnTo>
                  <a:lnTo>
                    <a:pt x="540385" y="1408810"/>
                  </a:lnTo>
                  <a:lnTo>
                    <a:pt x="555943" y="1420541"/>
                  </a:lnTo>
                  <a:lnTo>
                    <a:pt x="571500" y="1430687"/>
                  </a:lnTo>
                  <a:lnTo>
                    <a:pt x="586105" y="1439565"/>
                  </a:lnTo>
                  <a:lnTo>
                    <a:pt x="600075" y="1447492"/>
                  </a:lnTo>
                  <a:lnTo>
                    <a:pt x="612775" y="1453833"/>
                  </a:lnTo>
                  <a:lnTo>
                    <a:pt x="624523" y="1458589"/>
                  </a:lnTo>
                  <a:lnTo>
                    <a:pt x="634365" y="1462394"/>
                  </a:lnTo>
                  <a:lnTo>
                    <a:pt x="634365" y="1467784"/>
                  </a:lnTo>
                  <a:lnTo>
                    <a:pt x="634683" y="1473808"/>
                  </a:lnTo>
                  <a:lnTo>
                    <a:pt x="635318" y="1479832"/>
                  </a:lnTo>
                  <a:lnTo>
                    <a:pt x="636270" y="1486173"/>
                  </a:lnTo>
                  <a:lnTo>
                    <a:pt x="638810" y="1499173"/>
                  </a:lnTo>
                  <a:lnTo>
                    <a:pt x="641668" y="1512489"/>
                  </a:lnTo>
                  <a:lnTo>
                    <a:pt x="645795" y="1526440"/>
                  </a:lnTo>
                  <a:lnTo>
                    <a:pt x="650558" y="1540074"/>
                  </a:lnTo>
                  <a:lnTo>
                    <a:pt x="655321" y="1553707"/>
                  </a:lnTo>
                  <a:lnTo>
                    <a:pt x="660083" y="1566707"/>
                  </a:lnTo>
                  <a:lnTo>
                    <a:pt x="665481" y="1579389"/>
                  </a:lnTo>
                  <a:lnTo>
                    <a:pt x="670243" y="1590803"/>
                  </a:lnTo>
                  <a:lnTo>
                    <a:pt x="679133" y="1610144"/>
                  </a:lnTo>
                  <a:lnTo>
                    <a:pt x="685165" y="1623144"/>
                  </a:lnTo>
                  <a:lnTo>
                    <a:pt x="687388" y="1627900"/>
                  </a:lnTo>
                  <a:lnTo>
                    <a:pt x="0" y="1912938"/>
                  </a:lnTo>
                  <a:lnTo>
                    <a:pt x="275590" y="1223963"/>
                  </a:lnTo>
                  <a:close/>
                  <a:moveTo>
                    <a:pt x="923427" y="530225"/>
                  </a:moveTo>
                  <a:lnTo>
                    <a:pt x="931362" y="531813"/>
                  </a:lnTo>
                  <a:lnTo>
                    <a:pt x="941201" y="533401"/>
                  </a:lnTo>
                  <a:lnTo>
                    <a:pt x="951993" y="536259"/>
                  </a:lnTo>
                  <a:lnTo>
                    <a:pt x="965007" y="539435"/>
                  </a:lnTo>
                  <a:lnTo>
                    <a:pt x="978972" y="544199"/>
                  </a:lnTo>
                  <a:lnTo>
                    <a:pt x="994208" y="549281"/>
                  </a:lnTo>
                  <a:lnTo>
                    <a:pt x="1010713" y="555950"/>
                  </a:lnTo>
                  <a:lnTo>
                    <a:pt x="1028805" y="564526"/>
                  </a:lnTo>
                  <a:lnTo>
                    <a:pt x="1038327" y="568972"/>
                  </a:lnTo>
                  <a:lnTo>
                    <a:pt x="1047849" y="574053"/>
                  </a:lnTo>
                  <a:lnTo>
                    <a:pt x="1057689" y="579453"/>
                  </a:lnTo>
                  <a:lnTo>
                    <a:pt x="1067845" y="585487"/>
                  </a:lnTo>
                  <a:lnTo>
                    <a:pt x="1078320" y="591521"/>
                  </a:lnTo>
                  <a:lnTo>
                    <a:pt x="1088794" y="598191"/>
                  </a:lnTo>
                  <a:lnTo>
                    <a:pt x="1099903" y="605495"/>
                  </a:lnTo>
                  <a:lnTo>
                    <a:pt x="1111012" y="613118"/>
                  </a:lnTo>
                  <a:lnTo>
                    <a:pt x="1122439" y="621058"/>
                  </a:lnTo>
                  <a:lnTo>
                    <a:pt x="1133548" y="630268"/>
                  </a:lnTo>
                  <a:lnTo>
                    <a:pt x="1145609" y="639161"/>
                  </a:lnTo>
                  <a:lnTo>
                    <a:pt x="1157353" y="649006"/>
                  </a:lnTo>
                  <a:lnTo>
                    <a:pt x="1169415" y="659487"/>
                  </a:lnTo>
                  <a:lnTo>
                    <a:pt x="1181476" y="670285"/>
                  </a:lnTo>
                  <a:lnTo>
                    <a:pt x="1193855" y="681719"/>
                  </a:lnTo>
                  <a:lnTo>
                    <a:pt x="1206234" y="693787"/>
                  </a:lnTo>
                  <a:lnTo>
                    <a:pt x="1224326" y="712208"/>
                  </a:lnTo>
                  <a:lnTo>
                    <a:pt x="1241148" y="730311"/>
                  </a:lnTo>
                  <a:lnTo>
                    <a:pt x="1257336" y="748731"/>
                  </a:lnTo>
                  <a:lnTo>
                    <a:pt x="1272888" y="767152"/>
                  </a:lnTo>
                  <a:lnTo>
                    <a:pt x="1287172" y="785573"/>
                  </a:lnTo>
                  <a:lnTo>
                    <a:pt x="1300185" y="803993"/>
                  </a:lnTo>
                  <a:lnTo>
                    <a:pt x="1312246" y="822096"/>
                  </a:lnTo>
                  <a:lnTo>
                    <a:pt x="1323356" y="840199"/>
                  </a:lnTo>
                  <a:lnTo>
                    <a:pt x="1333513" y="857984"/>
                  </a:lnTo>
                  <a:lnTo>
                    <a:pt x="1343035" y="875770"/>
                  </a:lnTo>
                  <a:lnTo>
                    <a:pt x="1346843" y="884345"/>
                  </a:lnTo>
                  <a:lnTo>
                    <a:pt x="1350970" y="892920"/>
                  </a:lnTo>
                  <a:lnTo>
                    <a:pt x="1354461" y="901813"/>
                  </a:lnTo>
                  <a:lnTo>
                    <a:pt x="1357635" y="910388"/>
                  </a:lnTo>
                  <a:lnTo>
                    <a:pt x="1360809" y="918963"/>
                  </a:lnTo>
                  <a:lnTo>
                    <a:pt x="1363349" y="927220"/>
                  </a:lnTo>
                  <a:lnTo>
                    <a:pt x="1365570" y="935478"/>
                  </a:lnTo>
                  <a:lnTo>
                    <a:pt x="1367792" y="943735"/>
                  </a:lnTo>
                  <a:lnTo>
                    <a:pt x="1369697" y="951675"/>
                  </a:lnTo>
                  <a:lnTo>
                    <a:pt x="1370966" y="959933"/>
                  </a:lnTo>
                  <a:lnTo>
                    <a:pt x="1372236" y="967873"/>
                  </a:lnTo>
                  <a:lnTo>
                    <a:pt x="1373188" y="975495"/>
                  </a:lnTo>
                  <a:lnTo>
                    <a:pt x="774247" y="1579563"/>
                  </a:lnTo>
                  <a:lnTo>
                    <a:pt x="771708" y="1576387"/>
                  </a:lnTo>
                  <a:lnTo>
                    <a:pt x="768851" y="1572258"/>
                  </a:lnTo>
                  <a:lnTo>
                    <a:pt x="765042" y="1566542"/>
                  </a:lnTo>
                  <a:lnTo>
                    <a:pt x="760281" y="1559237"/>
                  </a:lnTo>
                  <a:lnTo>
                    <a:pt x="755520" y="1550344"/>
                  </a:lnTo>
                  <a:lnTo>
                    <a:pt x="749807" y="1540181"/>
                  </a:lnTo>
                  <a:lnTo>
                    <a:pt x="744728" y="1528113"/>
                  </a:lnTo>
                  <a:lnTo>
                    <a:pt x="739333" y="1515091"/>
                  </a:lnTo>
                  <a:lnTo>
                    <a:pt x="734254" y="1500164"/>
                  </a:lnTo>
                  <a:lnTo>
                    <a:pt x="731715" y="1492224"/>
                  </a:lnTo>
                  <a:lnTo>
                    <a:pt x="729493" y="1483967"/>
                  </a:lnTo>
                  <a:lnTo>
                    <a:pt x="727271" y="1475392"/>
                  </a:lnTo>
                  <a:lnTo>
                    <a:pt x="725367" y="1466181"/>
                  </a:lnTo>
                  <a:lnTo>
                    <a:pt x="724097" y="1457289"/>
                  </a:lnTo>
                  <a:lnTo>
                    <a:pt x="722510" y="1447443"/>
                  </a:lnTo>
                  <a:lnTo>
                    <a:pt x="721241" y="1437280"/>
                  </a:lnTo>
                  <a:lnTo>
                    <a:pt x="720288" y="1427117"/>
                  </a:lnTo>
                  <a:lnTo>
                    <a:pt x="719336" y="1416319"/>
                  </a:lnTo>
                  <a:lnTo>
                    <a:pt x="719336" y="1405203"/>
                  </a:lnTo>
                  <a:lnTo>
                    <a:pt x="719336" y="1394087"/>
                  </a:lnTo>
                  <a:lnTo>
                    <a:pt x="719971" y="1382018"/>
                  </a:lnTo>
                  <a:lnTo>
                    <a:pt x="705688" y="1375349"/>
                  </a:lnTo>
                  <a:lnTo>
                    <a:pt x="692039" y="1368362"/>
                  </a:lnTo>
                  <a:lnTo>
                    <a:pt x="679343" y="1361692"/>
                  </a:lnTo>
                  <a:lnTo>
                    <a:pt x="667282" y="1355023"/>
                  </a:lnTo>
                  <a:lnTo>
                    <a:pt x="655855" y="1348035"/>
                  </a:lnTo>
                  <a:lnTo>
                    <a:pt x="645381" y="1341366"/>
                  </a:lnTo>
                  <a:lnTo>
                    <a:pt x="635224" y="1334696"/>
                  </a:lnTo>
                  <a:lnTo>
                    <a:pt x="625385" y="1327709"/>
                  </a:lnTo>
                  <a:lnTo>
                    <a:pt x="616497" y="1321357"/>
                  </a:lnTo>
                  <a:lnTo>
                    <a:pt x="608245" y="1314688"/>
                  </a:lnTo>
                  <a:lnTo>
                    <a:pt x="599992" y="1308018"/>
                  </a:lnTo>
                  <a:lnTo>
                    <a:pt x="592692" y="1301349"/>
                  </a:lnTo>
                  <a:lnTo>
                    <a:pt x="585709" y="1294679"/>
                  </a:lnTo>
                  <a:lnTo>
                    <a:pt x="579361" y="1288327"/>
                  </a:lnTo>
                  <a:lnTo>
                    <a:pt x="573013" y="1281975"/>
                  </a:lnTo>
                  <a:lnTo>
                    <a:pt x="567300" y="1275306"/>
                  </a:lnTo>
                  <a:lnTo>
                    <a:pt x="561904" y="1268636"/>
                  </a:lnTo>
                  <a:lnTo>
                    <a:pt x="556825" y="1262285"/>
                  </a:lnTo>
                  <a:lnTo>
                    <a:pt x="552064" y="1255933"/>
                  </a:lnTo>
                  <a:lnTo>
                    <a:pt x="547621" y="1249898"/>
                  </a:lnTo>
                  <a:lnTo>
                    <a:pt x="539686" y="1237194"/>
                  </a:lnTo>
                  <a:lnTo>
                    <a:pt x="532703" y="1224808"/>
                  </a:lnTo>
                  <a:lnTo>
                    <a:pt x="526355" y="1212739"/>
                  </a:lnTo>
                  <a:lnTo>
                    <a:pt x="520641" y="1200988"/>
                  </a:lnTo>
                  <a:lnTo>
                    <a:pt x="509850" y="1177804"/>
                  </a:lnTo>
                  <a:lnTo>
                    <a:pt x="497471" y="1178122"/>
                  </a:lnTo>
                  <a:lnTo>
                    <a:pt x="485727" y="1178122"/>
                  </a:lnTo>
                  <a:lnTo>
                    <a:pt x="474300" y="1178122"/>
                  </a:lnTo>
                  <a:lnTo>
                    <a:pt x="463509" y="1177804"/>
                  </a:lnTo>
                  <a:lnTo>
                    <a:pt x="453352" y="1177169"/>
                  </a:lnTo>
                  <a:lnTo>
                    <a:pt x="443512" y="1175898"/>
                  </a:lnTo>
                  <a:lnTo>
                    <a:pt x="433673" y="1174628"/>
                  </a:lnTo>
                  <a:lnTo>
                    <a:pt x="424785" y="1173675"/>
                  </a:lnTo>
                  <a:lnTo>
                    <a:pt x="416215" y="1172087"/>
                  </a:lnTo>
                  <a:lnTo>
                    <a:pt x="408280" y="1170182"/>
                  </a:lnTo>
                  <a:lnTo>
                    <a:pt x="393045" y="1167006"/>
                  </a:lnTo>
                  <a:lnTo>
                    <a:pt x="379714" y="1162877"/>
                  </a:lnTo>
                  <a:lnTo>
                    <a:pt x="367653" y="1158431"/>
                  </a:lnTo>
                  <a:lnTo>
                    <a:pt x="357496" y="1153984"/>
                  </a:lnTo>
                  <a:lnTo>
                    <a:pt x="348926" y="1149855"/>
                  </a:lnTo>
                  <a:lnTo>
                    <a:pt x="341308" y="1146044"/>
                  </a:lnTo>
                  <a:lnTo>
                    <a:pt x="335595" y="1142551"/>
                  </a:lnTo>
                  <a:lnTo>
                    <a:pt x="331151" y="1139375"/>
                  </a:lnTo>
                  <a:lnTo>
                    <a:pt x="327660" y="1137152"/>
                  </a:lnTo>
                  <a:lnTo>
                    <a:pt x="325438" y="1134928"/>
                  </a:lnTo>
                  <a:lnTo>
                    <a:pt x="923427" y="530225"/>
                  </a:lnTo>
                  <a:close/>
                  <a:moveTo>
                    <a:pt x="1084432" y="388938"/>
                  </a:moveTo>
                  <a:lnTo>
                    <a:pt x="1089844" y="389573"/>
                  </a:lnTo>
                  <a:lnTo>
                    <a:pt x="1097165" y="389891"/>
                  </a:lnTo>
                  <a:lnTo>
                    <a:pt x="1106715" y="390843"/>
                  </a:lnTo>
                  <a:lnTo>
                    <a:pt x="1118175" y="392748"/>
                  </a:lnTo>
                  <a:lnTo>
                    <a:pt x="1132499" y="396241"/>
                  </a:lnTo>
                  <a:lnTo>
                    <a:pt x="1140458" y="398146"/>
                  </a:lnTo>
                  <a:lnTo>
                    <a:pt x="1148734" y="400686"/>
                  </a:lnTo>
                  <a:lnTo>
                    <a:pt x="1157329" y="403226"/>
                  </a:lnTo>
                  <a:lnTo>
                    <a:pt x="1166879" y="406718"/>
                  </a:lnTo>
                  <a:lnTo>
                    <a:pt x="1176747" y="410528"/>
                  </a:lnTo>
                  <a:lnTo>
                    <a:pt x="1187252" y="414656"/>
                  </a:lnTo>
                  <a:lnTo>
                    <a:pt x="1197756" y="419418"/>
                  </a:lnTo>
                  <a:lnTo>
                    <a:pt x="1208579" y="424816"/>
                  </a:lnTo>
                  <a:lnTo>
                    <a:pt x="1220358" y="430848"/>
                  </a:lnTo>
                  <a:lnTo>
                    <a:pt x="1232136" y="437198"/>
                  </a:lnTo>
                  <a:lnTo>
                    <a:pt x="1244550" y="444183"/>
                  </a:lnTo>
                  <a:lnTo>
                    <a:pt x="1256965" y="452121"/>
                  </a:lnTo>
                  <a:lnTo>
                    <a:pt x="1270017" y="460376"/>
                  </a:lnTo>
                  <a:lnTo>
                    <a:pt x="1283386" y="469901"/>
                  </a:lnTo>
                  <a:lnTo>
                    <a:pt x="1296438" y="480061"/>
                  </a:lnTo>
                  <a:lnTo>
                    <a:pt x="1310444" y="490856"/>
                  </a:lnTo>
                  <a:lnTo>
                    <a:pt x="1324450" y="502286"/>
                  </a:lnTo>
                  <a:lnTo>
                    <a:pt x="1338775" y="514986"/>
                  </a:lnTo>
                  <a:lnTo>
                    <a:pt x="1353100" y="528003"/>
                  </a:lnTo>
                  <a:lnTo>
                    <a:pt x="1367743" y="542291"/>
                  </a:lnTo>
                  <a:lnTo>
                    <a:pt x="1382386" y="557531"/>
                  </a:lnTo>
                  <a:lnTo>
                    <a:pt x="1396074" y="572136"/>
                  </a:lnTo>
                  <a:lnTo>
                    <a:pt x="1408489" y="586423"/>
                  </a:lnTo>
                  <a:lnTo>
                    <a:pt x="1420267" y="600393"/>
                  </a:lnTo>
                  <a:lnTo>
                    <a:pt x="1430772" y="613728"/>
                  </a:lnTo>
                  <a:lnTo>
                    <a:pt x="1440640" y="627381"/>
                  </a:lnTo>
                  <a:lnTo>
                    <a:pt x="1449235" y="640081"/>
                  </a:lnTo>
                  <a:lnTo>
                    <a:pt x="1457511" y="653098"/>
                  </a:lnTo>
                  <a:lnTo>
                    <a:pt x="1464833" y="665163"/>
                  </a:lnTo>
                  <a:lnTo>
                    <a:pt x="1471517" y="676911"/>
                  </a:lnTo>
                  <a:lnTo>
                    <a:pt x="1477566" y="688341"/>
                  </a:lnTo>
                  <a:lnTo>
                    <a:pt x="1482341" y="699136"/>
                  </a:lnTo>
                  <a:lnTo>
                    <a:pt x="1487434" y="709613"/>
                  </a:lnTo>
                  <a:lnTo>
                    <a:pt x="1490935" y="720408"/>
                  </a:lnTo>
                  <a:lnTo>
                    <a:pt x="1494755" y="729616"/>
                  </a:lnTo>
                  <a:lnTo>
                    <a:pt x="1497939" y="739141"/>
                  </a:lnTo>
                  <a:lnTo>
                    <a:pt x="1500167" y="747713"/>
                  </a:lnTo>
                  <a:lnTo>
                    <a:pt x="1502395" y="756286"/>
                  </a:lnTo>
                  <a:lnTo>
                    <a:pt x="1503987" y="763906"/>
                  </a:lnTo>
                  <a:lnTo>
                    <a:pt x="1505260" y="771526"/>
                  </a:lnTo>
                  <a:lnTo>
                    <a:pt x="1507170" y="784543"/>
                  </a:lnTo>
                  <a:lnTo>
                    <a:pt x="1508125" y="795338"/>
                  </a:lnTo>
                  <a:lnTo>
                    <a:pt x="1508125" y="804228"/>
                  </a:lnTo>
                  <a:lnTo>
                    <a:pt x="1507807" y="810261"/>
                  </a:lnTo>
                  <a:lnTo>
                    <a:pt x="1506852" y="815341"/>
                  </a:lnTo>
                  <a:lnTo>
                    <a:pt x="1444778" y="877888"/>
                  </a:lnTo>
                  <a:lnTo>
                    <a:pt x="1442550" y="864553"/>
                  </a:lnTo>
                  <a:lnTo>
                    <a:pt x="1439048" y="851218"/>
                  </a:lnTo>
                  <a:lnTo>
                    <a:pt x="1435228" y="836296"/>
                  </a:lnTo>
                  <a:lnTo>
                    <a:pt x="1430135" y="821691"/>
                  </a:lnTo>
                  <a:lnTo>
                    <a:pt x="1424087" y="806451"/>
                  </a:lnTo>
                  <a:lnTo>
                    <a:pt x="1416765" y="790576"/>
                  </a:lnTo>
                  <a:lnTo>
                    <a:pt x="1408807" y="774383"/>
                  </a:lnTo>
                  <a:lnTo>
                    <a:pt x="1399894" y="757873"/>
                  </a:lnTo>
                  <a:lnTo>
                    <a:pt x="1390026" y="741363"/>
                  </a:lnTo>
                  <a:lnTo>
                    <a:pt x="1378884" y="724536"/>
                  </a:lnTo>
                  <a:lnTo>
                    <a:pt x="1367106" y="707073"/>
                  </a:lnTo>
                  <a:lnTo>
                    <a:pt x="1353737" y="689928"/>
                  </a:lnTo>
                  <a:lnTo>
                    <a:pt x="1340048" y="672466"/>
                  </a:lnTo>
                  <a:lnTo>
                    <a:pt x="1325087" y="655003"/>
                  </a:lnTo>
                  <a:lnTo>
                    <a:pt x="1308852" y="637541"/>
                  </a:lnTo>
                  <a:lnTo>
                    <a:pt x="1291981" y="620396"/>
                  </a:lnTo>
                  <a:lnTo>
                    <a:pt x="1278611" y="607061"/>
                  </a:lnTo>
                  <a:lnTo>
                    <a:pt x="1264923" y="594361"/>
                  </a:lnTo>
                  <a:lnTo>
                    <a:pt x="1251235" y="582296"/>
                  </a:lnTo>
                  <a:lnTo>
                    <a:pt x="1238184" y="570866"/>
                  </a:lnTo>
                  <a:lnTo>
                    <a:pt x="1224814" y="560388"/>
                  </a:lnTo>
                  <a:lnTo>
                    <a:pt x="1212081" y="550228"/>
                  </a:lnTo>
                  <a:lnTo>
                    <a:pt x="1199348" y="541021"/>
                  </a:lnTo>
                  <a:lnTo>
                    <a:pt x="1187252" y="532448"/>
                  </a:lnTo>
                  <a:lnTo>
                    <a:pt x="1175155" y="524511"/>
                  </a:lnTo>
                  <a:lnTo>
                    <a:pt x="1163059" y="516573"/>
                  </a:lnTo>
                  <a:lnTo>
                    <a:pt x="1151917" y="509588"/>
                  </a:lnTo>
                  <a:lnTo>
                    <a:pt x="1140776" y="502921"/>
                  </a:lnTo>
                  <a:lnTo>
                    <a:pt x="1129953" y="496888"/>
                  </a:lnTo>
                  <a:lnTo>
                    <a:pt x="1119766" y="491808"/>
                  </a:lnTo>
                  <a:lnTo>
                    <a:pt x="1109580" y="486411"/>
                  </a:lnTo>
                  <a:lnTo>
                    <a:pt x="1100030" y="481966"/>
                  </a:lnTo>
                  <a:lnTo>
                    <a:pt x="1082522" y="474028"/>
                  </a:lnTo>
                  <a:lnTo>
                    <a:pt x="1066287" y="467678"/>
                  </a:lnTo>
                  <a:lnTo>
                    <a:pt x="1052599" y="462598"/>
                  </a:lnTo>
                  <a:lnTo>
                    <a:pt x="1040821" y="459106"/>
                  </a:lnTo>
                  <a:lnTo>
                    <a:pt x="1031590" y="456248"/>
                  </a:lnTo>
                  <a:lnTo>
                    <a:pt x="1024905" y="454343"/>
                  </a:lnTo>
                  <a:lnTo>
                    <a:pt x="1019175" y="453391"/>
                  </a:lnTo>
                  <a:lnTo>
                    <a:pt x="1084432" y="388938"/>
                  </a:lnTo>
                  <a:close/>
                  <a:moveTo>
                    <a:pt x="1213168" y="238125"/>
                  </a:moveTo>
                  <a:lnTo>
                    <a:pt x="1218883" y="238125"/>
                  </a:lnTo>
                  <a:lnTo>
                    <a:pt x="1226186" y="238759"/>
                  </a:lnTo>
                  <a:lnTo>
                    <a:pt x="1236028" y="239709"/>
                  </a:lnTo>
                  <a:lnTo>
                    <a:pt x="1248411" y="242245"/>
                  </a:lnTo>
                  <a:lnTo>
                    <a:pt x="1263016" y="245414"/>
                  </a:lnTo>
                  <a:lnTo>
                    <a:pt x="1270953" y="247315"/>
                  </a:lnTo>
                  <a:lnTo>
                    <a:pt x="1280161" y="249850"/>
                  </a:lnTo>
                  <a:lnTo>
                    <a:pt x="1289051" y="253020"/>
                  </a:lnTo>
                  <a:lnTo>
                    <a:pt x="1298893" y="256506"/>
                  </a:lnTo>
                  <a:lnTo>
                    <a:pt x="1309053" y="260625"/>
                  </a:lnTo>
                  <a:lnTo>
                    <a:pt x="1319848" y="264745"/>
                  </a:lnTo>
                  <a:lnTo>
                    <a:pt x="1330961" y="269816"/>
                  </a:lnTo>
                  <a:lnTo>
                    <a:pt x="1342391" y="275203"/>
                  </a:lnTo>
                  <a:lnTo>
                    <a:pt x="1354456" y="281541"/>
                  </a:lnTo>
                  <a:lnTo>
                    <a:pt x="1366838" y="288196"/>
                  </a:lnTo>
                  <a:lnTo>
                    <a:pt x="1379538" y="295802"/>
                  </a:lnTo>
                  <a:lnTo>
                    <a:pt x="1392873" y="303725"/>
                  </a:lnTo>
                  <a:lnTo>
                    <a:pt x="1405891" y="312598"/>
                  </a:lnTo>
                  <a:lnTo>
                    <a:pt x="1419861" y="322422"/>
                  </a:lnTo>
                  <a:lnTo>
                    <a:pt x="1433831" y="332880"/>
                  </a:lnTo>
                  <a:lnTo>
                    <a:pt x="1448436" y="344289"/>
                  </a:lnTo>
                  <a:lnTo>
                    <a:pt x="1463041" y="356332"/>
                  </a:lnTo>
                  <a:lnTo>
                    <a:pt x="1477963" y="369325"/>
                  </a:lnTo>
                  <a:lnTo>
                    <a:pt x="1492886" y="383269"/>
                  </a:lnTo>
                  <a:lnTo>
                    <a:pt x="1508126" y="398164"/>
                  </a:lnTo>
                  <a:lnTo>
                    <a:pt x="1523366" y="413692"/>
                  </a:lnTo>
                  <a:lnTo>
                    <a:pt x="1537653" y="428587"/>
                  </a:lnTo>
                  <a:lnTo>
                    <a:pt x="1550353" y="443481"/>
                  </a:lnTo>
                  <a:lnTo>
                    <a:pt x="1562418" y="458376"/>
                  </a:lnTo>
                  <a:lnTo>
                    <a:pt x="1573848" y="472637"/>
                  </a:lnTo>
                  <a:lnTo>
                    <a:pt x="1583691" y="486264"/>
                  </a:lnTo>
                  <a:lnTo>
                    <a:pt x="1593216" y="499891"/>
                  </a:lnTo>
                  <a:lnTo>
                    <a:pt x="1601471" y="512884"/>
                  </a:lnTo>
                  <a:lnTo>
                    <a:pt x="1609091" y="525878"/>
                  </a:lnTo>
                  <a:lnTo>
                    <a:pt x="1616076" y="538237"/>
                  </a:lnTo>
                  <a:lnTo>
                    <a:pt x="1622108" y="549963"/>
                  </a:lnTo>
                  <a:lnTo>
                    <a:pt x="1627823" y="561371"/>
                  </a:lnTo>
                  <a:lnTo>
                    <a:pt x="1632268" y="572780"/>
                  </a:lnTo>
                  <a:lnTo>
                    <a:pt x="1636713" y="583238"/>
                  </a:lnTo>
                  <a:lnTo>
                    <a:pt x="1640206" y="593379"/>
                  </a:lnTo>
                  <a:lnTo>
                    <a:pt x="1643699" y="603203"/>
                  </a:lnTo>
                  <a:lnTo>
                    <a:pt x="1646239" y="612077"/>
                  </a:lnTo>
                  <a:lnTo>
                    <a:pt x="1648143" y="620633"/>
                  </a:lnTo>
                  <a:lnTo>
                    <a:pt x="1650049" y="628873"/>
                  </a:lnTo>
                  <a:lnTo>
                    <a:pt x="1651636" y="636478"/>
                  </a:lnTo>
                  <a:lnTo>
                    <a:pt x="1652589" y="643767"/>
                  </a:lnTo>
                  <a:lnTo>
                    <a:pt x="1653541" y="650422"/>
                  </a:lnTo>
                  <a:lnTo>
                    <a:pt x="1654176" y="661514"/>
                  </a:lnTo>
                  <a:lnTo>
                    <a:pt x="1654176" y="670705"/>
                  </a:lnTo>
                  <a:lnTo>
                    <a:pt x="1653859" y="677043"/>
                  </a:lnTo>
                  <a:lnTo>
                    <a:pt x="1652906" y="682747"/>
                  </a:lnTo>
                  <a:lnTo>
                    <a:pt x="1588136" y="747713"/>
                  </a:lnTo>
                  <a:lnTo>
                    <a:pt x="1585596" y="733769"/>
                  </a:lnTo>
                  <a:lnTo>
                    <a:pt x="1582421" y="719508"/>
                  </a:lnTo>
                  <a:lnTo>
                    <a:pt x="1578293" y="704297"/>
                  </a:lnTo>
                  <a:lnTo>
                    <a:pt x="1572896" y="689085"/>
                  </a:lnTo>
                  <a:lnTo>
                    <a:pt x="1566546" y="672923"/>
                  </a:lnTo>
                  <a:lnTo>
                    <a:pt x="1559561" y="656761"/>
                  </a:lnTo>
                  <a:lnTo>
                    <a:pt x="1550671" y="639964"/>
                  </a:lnTo>
                  <a:lnTo>
                    <a:pt x="1541463" y="622534"/>
                  </a:lnTo>
                  <a:lnTo>
                    <a:pt x="1531303" y="605105"/>
                  </a:lnTo>
                  <a:lnTo>
                    <a:pt x="1519556" y="587358"/>
                  </a:lnTo>
                  <a:lnTo>
                    <a:pt x="1507173" y="569294"/>
                  </a:lnTo>
                  <a:lnTo>
                    <a:pt x="1493521" y="551230"/>
                  </a:lnTo>
                  <a:lnTo>
                    <a:pt x="1479233" y="533166"/>
                  </a:lnTo>
                  <a:lnTo>
                    <a:pt x="1463676" y="514786"/>
                  </a:lnTo>
                  <a:lnTo>
                    <a:pt x="1446848" y="497039"/>
                  </a:lnTo>
                  <a:lnTo>
                    <a:pt x="1429386" y="478975"/>
                  </a:lnTo>
                  <a:lnTo>
                    <a:pt x="1415098" y="465031"/>
                  </a:lnTo>
                  <a:lnTo>
                    <a:pt x="1400811" y="451721"/>
                  </a:lnTo>
                  <a:lnTo>
                    <a:pt x="1386841" y="439362"/>
                  </a:lnTo>
                  <a:lnTo>
                    <a:pt x="1372871" y="427636"/>
                  </a:lnTo>
                  <a:lnTo>
                    <a:pt x="1359536" y="416544"/>
                  </a:lnTo>
                  <a:lnTo>
                    <a:pt x="1345883" y="406086"/>
                  </a:lnTo>
                  <a:lnTo>
                    <a:pt x="1332548" y="396262"/>
                  </a:lnTo>
                  <a:lnTo>
                    <a:pt x="1319848" y="387389"/>
                  </a:lnTo>
                  <a:lnTo>
                    <a:pt x="1307148" y="378832"/>
                  </a:lnTo>
                  <a:lnTo>
                    <a:pt x="1295083" y="370909"/>
                  </a:lnTo>
                  <a:lnTo>
                    <a:pt x="1283018" y="363620"/>
                  </a:lnTo>
                  <a:lnTo>
                    <a:pt x="1271271" y="356648"/>
                  </a:lnTo>
                  <a:lnTo>
                    <a:pt x="1260158" y="350627"/>
                  </a:lnTo>
                  <a:lnTo>
                    <a:pt x="1249681" y="344606"/>
                  </a:lnTo>
                  <a:lnTo>
                    <a:pt x="1239203" y="339219"/>
                  </a:lnTo>
                  <a:lnTo>
                    <a:pt x="1229361" y="334782"/>
                  </a:lnTo>
                  <a:lnTo>
                    <a:pt x="1210628" y="326542"/>
                  </a:lnTo>
                  <a:lnTo>
                    <a:pt x="1193801" y="319887"/>
                  </a:lnTo>
                  <a:lnTo>
                    <a:pt x="1179513" y="314500"/>
                  </a:lnTo>
                  <a:lnTo>
                    <a:pt x="1167766" y="310697"/>
                  </a:lnTo>
                  <a:lnTo>
                    <a:pt x="1157923" y="307845"/>
                  </a:lnTo>
                  <a:lnTo>
                    <a:pt x="1150621" y="306260"/>
                  </a:lnTo>
                  <a:lnTo>
                    <a:pt x="1144588" y="304992"/>
                  </a:lnTo>
                  <a:lnTo>
                    <a:pt x="1213168" y="238125"/>
                  </a:lnTo>
                  <a:close/>
                  <a:moveTo>
                    <a:pt x="1555569" y="0"/>
                  </a:moveTo>
                  <a:lnTo>
                    <a:pt x="1566687" y="0"/>
                  </a:lnTo>
                  <a:lnTo>
                    <a:pt x="1578441" y="0"/>
                  </a:lnTo>
                  <a:lnTo>
                    <a:pt x="1589876" y="1272"/>
                  </a:lnTo>
                  <a:lnTo>
                    <a:pt x="1601948" y="2862"/>
                  </a:lnTo>
                  <a:lnTo>
                    <a:pt x="1614337" y="5088"/>
                  </a:lnTo>
                  <a:lnTo>
                    <a:pt x="1627043" y="7950"/>
                  </a:lnTo>
                  <a:lnTo>
                    <a:pt x="1640385" y="11766"/>
                  </a:lnTo>
                  <a:lnTo>
                    <a:pt x="1653409" y="16218"/>
                  </a:lnTo>
                  <a:lnTo>
                    <a:pt x="1667386" y="21624"/>
                  </a:lnTo>
                  <a:lnTo>
                    <a:pt x="1681363" y="27984"/>
                  </a:lnTo>
                  <a:lnTo>
                    <a:pt x="1695976" y="35298"/>
                  </a:lnTo>
                  <a:lnTo>
                    <a:pt x="1710588" y="42930"/>
                  </a:lnTo>
                  <a:lnTo>
                    <a:pt x="1725836" y="52152"/>
                  </a:lnTo>
                  <a:lnTo>
                    <a:pt x="1741084" y="62010"/>
                  </a:lnTo>
                  <a:lnTo>
                    <a:pt x="1756649" y="72822"/>
                  </a:lnTo>
                  <a:lnTo>
                    <a:pt x="1772850" y="84588"/>
                  </a:lnTo>
                  <a:lnTo>
                    <a:pt x="1789051" y="97626"/>
                  </a:lnTo>
                  <a:lnTo>
                    <a:pt x="1804617" y="111300"/>
                  </a:lnTo>
                  <a:lnTo>
                    <a:pt x="1819547" y="124656"/>
                  </a:lnTo>
                  <a:lnTo>
                    <a:pt x="1832571" y="138330"/>
                  </a:lnTo>
                  <a:lnTo>
                    <a:pt x="1844642" y="151686"/>
                  </a:lnTo>
                  <a:lnTo>
                    <a:pt x="1856078" y="165042"/>
                  </a:lnTo>
                  <a:lnTo>
                    <a:pt x="1865608" y="178398"/>
                  </a:lnTo>
                  <a:lnTo>
                    <a:pt x="1874502" y="191755"/>
                  </a:lnTo>
                  <a:lnTo>
                    <a:pt x="1881809" y="204475"/>
                  </a:lnTo>
                  <a:lnTo>
                    <a:pt x="1888797" y="217831"/>
                  </a:lnTo>
                  <a:lnTo>
                    <a:pt x="1894197" y="230869"/>
                  </a:lnTo>
                  <a:lnTo>
                    <a:pt x="1898962" y="243907"/>
                  </a:lnTo>
                  <a:lnTo>
                    <a:pt x="1902457" y="256309"/>
                  </a:lnTo>
                  <a:lnTo>
                    <a:pt x="1905633" y="268711"/>
                  </a:lnTo>
                  <a:lnTo>
                    <a:pt x="1907857" y="281113"/>
                  </a:lnTo>
                  <a:lnTo>
                    <a:pt x="1908810" y="293197"/>
                  </a:lnTo>
                  <a:lnTo>
                    <a:pt x="1909763" y="305281"/>
                  </a:lnTo>
                  <a:lnTo>
                    <a:pt x="1909763" y="316729"/>
                  </a:lnTo>
                  <a:lnTo>
                    <a:pt x="1908492" y="328177"/>
                  </a:lnTo>
                  <a:lnTo>
                    <a:pt x="1907539" y="339307"/>
                  </a:lnTo>
                  <a:lnTo>
                    <a:pt x="1905316" y="350437"/>
                  </a:lnTo>
                  <a:lnTo>
                    <a:pt x="1902457" y="360931"/>
                  </a:lnTo>
                  <a:lnTo>
                    <a:pt x="1899598" y="371425"/>
                  </a:lnTo>
                  <a:lnTo>
                    <a:pt x="1895786" y="381601"/>
                  </a:lnTo>
                  <a:lnTo>
                    <a:pt x="1891656" y="391459"/>
                  </a:lnTo>
                  <a:lnTo>
                    <a:pt x="1887527" y="400681"/>
                  </a:lnTo>
                  <a:lnTo>
                    <a:pt x="1882762" y="409903"/>
                  </a:lnTo>
                  <a:lnTo>
                    <a:pt x="1877361" y="418490"/>
                  </a:lnTo>
                  <a:lnTo>
                    <a:pt x="1871643" y="426758"/>
                  </a:lnTo>
                  <a:lnTo>
                    <a:pt x="1865925" y="434708"/>
                  </a:lnTo>
                  <a:lnTo>
                    <a:pt x="1860208" y="442340"/>
                  </a:lnTo>
                  <a:lnTo>
                    <a:pt x="1854172" y="449336"/>
                  </a:lnTo>
                  <a:lnTo>
                    <a:pt x="1847501" y="456014"/>
                  </a:lnTo>
                  <a:lnTo>
                    <a:pt x="1841783" y="463328"/>
                  </a:lnTo>
                  <a:lnTo>
                    <a:pt x="1830983" y="476048"/>
                  </a:lnTo>
                  <a:lnTo>
                    <a:pt x="1801122" y="514208"/>
                  </a:lnTo>
                  <a:lnTo>
                    <a:pt x="1764909" y="560636"/>
                  </a:lnTo>
                  <a:lnTo>
                    <a:pt x="1730283" y="604838"/>
                  </a:lnTo>
                  <a:lnTo>
                    <a:pt x="1729648" y="593708"/>
                  </a:lnTo>
                  <a:lnTo>
                    <a:pt x="1728377" y="581306"/>
                  </a:lnTo>
                  <a:lnTo>
                    <a:pt x="1726471" y="567632"/>
                  </a:lnTo>
                  <a:lnTo>
                    <a:pt x="1723930" y="553322"/>
                  </a:lnTo>
                  <a:lnTo>
                    <a:pt x="1720118" y="537740"/>
                  </a:lnTo>
                  <a:lnTo>
                    <a:pt x="1715353" y="521840"/>
                  </a:lnTo>
                  <a:lnTo>
                    <a:pt x="1712494" y="513254"/>
                  </a:lnTo>
                  <a:lnTo>
                    <a:pt x="1709318" y="504668"/>
                  </a:lnTo>
                  <a:lnTo>
                    <a:pt x="1705823" y="496082"/>
                  </a:lnTo>
                  <a:lnTo>
                    <a:pt x="1702011" y="487178"/>
                  </a:lnTo>
                  <a:lnTo>
                    <a:pt x="1697882" y="477638"/>
                  </a:lnTo>
                  <a:lnTo>
                    <a:pt x="1693117" y="468098"/>
                  </a:lnTo>
                  <a:lnTo>
                    <a:pt x="1688034" y="458876"/>
                  </a:lnTo>
                  <a:lnTo>
                    <a:pt x="1682952" y="449018"/>
                  </a:lnTo>
                  <a:lnTo>
                    <a:pt x="1677234" y="439160"/>
                  </a:lnTo>
                  <a:lnTo>
                    <a:pt x="1670881" y="428984"/>
                  </a:lnTo>
                  <a:lnTo>
                    <a:pt x="1664527" y="418808"/>
                  </a:lnTo>
                  <a:lnTo>
                    <a:pt x="1657221" y="408631"/>
                  </a:lnTo>
                  <a:lnTo>
                    <a:pt x="1649915" y="398137"/>
                  </a:lnTo>
                  <a:lnTo>
                    <a:pt x="1641973" y="387643"/>
                  </a:lnTo>
                  <a:lnTo>
                    <a:pt x="1633079" y="376831"/>
                  </a:lnTo>
                  <a:lnTo>
                    <a:pt x="1624184" y="365701"/>
                  </a:lnTo>
                  <a:lnTo>
                    <a:pt x="1614337" y="354889"/>
                  </a:lnTo>
                  <a:lnTo>
                    <a:pt x="1604489" y="343441"/>
                  </a:lnTo>
                  <a:lnTo>
                    <a:pt x="1593688" y="332311"/>
                  </a:lnTo>
                  <a:lnTo>
                    <a:pt x="1582570" y="320863"/>
                  </a:lnTo>
                  <a:lnTo>
                    <a:pt x="1571134" y="310051"/>
                  </a:lnTo>
                  <a:lnTo>
                    <a:pt x="1559381" y="299239"/>
                  </a:lnTo>
                  <a:lnTo>
                    <a:pt x="1548263" y="289381"/>
                  </a:lnTo>
                  <a:lnTo>
                    <a:pt x="1536827" y="279523"/>
                  </a:lnTo>
                  <a:lnTo>
                    <a:pt x="1525709" y="270619"/>
                  </a:lnTo>
                  <a:lnTo>
                    <a:pt x="1514590" y="262351"/>
                  </a:lnTo>
                  <a:lnTo>
                    <a:pt x="1503472" y="254083"/>
                  </a:lnTo>
                  <a:lnTo>
                    <a:pt x="1492672" y="246451"/>
                  </a:lnTo>
                  <a:lnTo>
                    <a:pt x="1481871" y="239137"/>
                  </a:lnTo>
                  <a:lnTo>
                    <a:pt x="1471388" y="232777"/>
                  </a:lnTo>
                  <a:lnTo>
                    <a:pt x="1460905" y="226417"/>
                  </a:lnTo>
                  <a:lnTo>
                    <a:pt x="1450740" y="220693"/>
                  </a:lnTo>
                  <a:lnTo>
                    <a:pt x="1440575" y="215287"/>
                  </a:lnTo>
                  <a:lnTo>
                    <a:pt x="1430410" y="210199"/>
                  </a:lnTo>
                  <a:lnTo>
                    <a:pt x="1420562" y="205747"/>
                  </a:lnTo>
                  <a:lnTo>
                    <a:pt x="1411350" y="201613"/>
                  </a:lnTo>
                  <a:lnTo>
                    <a:pt x="1401820" y="197479"/>
                  </a:lnTo>
                  <a:lnTo>
                    <a:pt x="1392925" y="193981"/>
                  </a:lnTo>
                  <a:lnTo>
                    <a:pt x="1375136" y="187620"/>
                  </a:lnTo>
                  <a:lnTo>
                    <a:pt x="1358300" y="182850"/>
                  </a:lnTo>
                  <a:lnTo>
                    <a:pt x="1342417" y="178716"/>
                  </a:lnTo>
                  <a:lnTo>
                    <a:pt x="1327805" y="175536"/>
                  </a:lnTo>
                  <a:lnTo>
                    <a:pt x="1314145" y="173310"/>
                  </a:lnTo>
                  <a:lnTo>
                    <a:pt x="1301756" y="171720"/>
                  </a:lnTo>
                  <a:lnTo>
                    <a:pt x="1290638" y="171084"/>
                  </a:lnTo>
                  <a:lnTo>
                    <a:pt x="1330346" y="138966"/>
                  </a:lnTo>
                  <a:lnTo>
                    <a:pt x="1370689" y="105894"/>
                  </a:lnTo>
                  <a:lnTo>
                    <a:pt x="1405950" y="76638"/>
                  </a:lnTo>
                  <a:lnTo>
                    <a:pt x="1419609" y="64554"/>
                  </a:lnTo>
                  <a:lnTo>
                    <a:pt x="1429774" y="55650"/>
                  </a:lnTo>
                  <a:lnTo>
                    <a:pt x="1435810" y="49926"/>
                  </a:lnTo>
                  <a:lnTo>
                    <a:pt x="1442163" y="44520"/>
                  </a:lnTo>
                  <a:lnTo>
                    <a:pt x="1448834" y="39432"/>
                  </a:lnTo>
                  <a:lnTo>
                    <a:pt x="1455505" y="34026"/>
                  </a:lnTo>
                  <a:lnTo>
                    <a:pt x="1463129" y="29256"/>
                  </a:lnTo>
                  <a:lnTo>
                    <a:pt x="1470753" y="24486"/>
                  </a:lnTo>
                  <a:lnTo>
                    <a:pt x="1479012" y="20352"/>
                  </a:lnTo>
                  <a:lnTo>
                    <a:pt x="1487271" y="16218"/>
                  </a:lnTo>
                  <a:lnTo>
                    <a:pt x="1495848" y="13038"/>
                  </a:lnTo>
                  <a:lnTo>
                    <a:pt x="1505378" y="9540"/>
                  </a:lnTo>
                  <a:lnTo>
                    <a:pt x="1514590" y="6996"/>
                  </a:lnTo>
                  <a:lnTo>
                    <a:pt x="1524438" y="4770"/>
                  </a:lnTo>
                  <a:lnTo>
                    <a:pt x="1534285" y="2544"/>
                  </a:lnTo>
                  <a:lnTo>
                    <a:pt x="1544768" y="1272"/>
                  </a:lnTo>
                  <a:lnTo>
                    <a:pt x="15555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sz="760" kern="0">
                <a:solidFill>
                  <a:srgbClr val="FFFFFF"/>
                </a:solidFill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2" name="文本框 1"/>
            <p:cNvSpPr txBox="1"/>
            <p:nvPr>
              <p:custDataLst>
                <p:tags r:id="rId5"/>
              </p:custDataLst>
            </p:nvPr>
          </p:nvSpPr>
          <p:spPr>
            <a:xfrm>
              <a:off x="4624155" y="2648430"/>
              <a:ext cx="2251094" cy="15850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indent="0" algn="just" defTabSz="670560">
                <a:lnSpc>
                  <a:spcPct val="150000"/>
                </a:lnSpc>
                <a:spcBef>
                  <a:spcPts val="735"/>
                </a:spcBef>
                <a:buFontTx/>
                <a:buNone/>
                <a:defRPr sz="2400"/>
              </a:lvl1pPr>
              <a:lvl2pPr marL="335280" indent="0" algn="just" defTabSz="670560">
                <a:lnSpc>
                  <a:spcPct val="90000"/>
                </a:lnSpc>
                <a:spcBef>
                  <a:spcPts val="365"/>
                </a:spcBef>
                <a:buFontTx/>
                <a:buNone/>
                <a:defRPr sz="2000"/>
              </a:lvl2pPr>
              <a:lvl3pPr marL="671195" indent="0" algn="just" defTabSz="670560">
                <a:lnSpc>
                  <a:spcPct val="90000"/>
                </a:lnSpc>
                <a:spcBef>
                  <a:spcPts val="365"/>
                </a:spcBef>
                <a:buFontTx/>
                <a:buNone/>
              </a:lvl3pPr>
              <a:lvl4pPr marL="1006475" indent="0" algn="just" defTabSz="670560">
                <a:lnSpc>
                  <a:spcPct val="90000"/>
                </a:lnSpc>
                <a:spcBef>
                  <a:spcPts val="365"/>
                </a:spcBef>
                <a:buFontTx/>
                <a:buNone/>
              </a:lvl4pPr>
              <a:lvl5pPr marL="1341755" indent="0" algn="just" defTabSz="670560">
                <a:lnSpc>
                  <a:spcPct val="90000"/>
                </a:lnSpc>
                <a:spcBef>
                  <a:spcPts val="365"/>
                </a:spcBef>
                <a:buFontTx/>
                <a:buNone/>
              </a:lvl5pPr>
              <a:lvl6pPr marL="1845310" indent="-167640" defTabSz="670560">
                <a:lnSpc>
                  <a:spcPct val="90000"/>
                </a:lnSpc>
                <a:spcBef>
                  <a:spcPts val="365"/>
                </a:spcBef>
                <a:buFont typeface="Arial" panose="020B0604020202020204" pitchFamily="34" charset="0"/>
                <a:buChar char="•"/>
                <a:defRPr sz="1320"/>
              </a:lvl6pPr>
              <a:lvl7pPr marL="2180590" indent="-167640" defTabSz="670560">
                <a:lnSpc>
                  <a:spcPct val="90000"/>
                </a:lnSpc>
                <a:spcBef>
                  <a:spcPts val="365"/>
                </a:spcBef>
                <a:buFont typeface="Arial" panose="020B0604020202020204" pitchFamily="34" charset="0"/>
                <a:buChar char="•"/>
                <a:defRPr sz="1320"/>
              </a:lvl7pPr>
              <a:lvl8pPr marL="2516505" indent="-167640" defTabSz="670560">
                <a:lnSpc>
                  <a:spcPct val="90000"/>
                </a:lnSpc>
                <a:spcBef>
                  <a:spcPts val="365"/>
                </a:spcBef>
                <a:buFont typeface="Arial" panose="020B0604020202020204" pitchFamily="34" charset="0"/>
                <a:buChar char="•"/>
                <a:defRPr sz="1320"/>
              </a:lvl8pPr>
              <a:lvl9pPr marL="2851785" indent="-167640" defTabSz="670560">
                <a:lnSpc>
                  <a:spcPct val="90000"/>
                </a:lnSpc>
                <a:spcBef>
                  <a:spcPts val="365"/>
                </a:spcBef>
                <a:buFont typeface="Arial" panose="020B0604020202020204" pitchFamily="34" charset="0"/>
                <a:buChar char="•"/>
                <a:defRPr sz="1320"/>
              </a:lvl9pPr>
            </a:lstStyle>
            <a:p>
              <a:pPr algn="l">
                <a:lnSpc>
                  <a:spcPct val="100000"/>
                </a:lnSpc>
              </a:pPr>
              <a:r>
                <a:rPr lang="zh-CN" altLang="en-US" dirty="0"/>
                <a:t>《计算机网络》（第</a:t>
              </a:r>
              <a:r>
                <a:rPr lang="en-US" altLang="zh-CN" dirty="0"/>
                <a:t>3</a:t>
              </a:r>
              <a:r>
                <a:rPr lang="zh-CN" altLang="en-US" dirty="0"/>
                <a:t>版）</a:t>
              </a:r>
              <a:endParaRPr lang="zh-CN" altLang="en-US" dirty="0"/>
            </a:p>
            <a:p>
              <a:pPr algn="l">
                <a:lnSpc>
                  <a:spcPct val="100000"/>
                </a:lnSpc>
              </a:pPr>
              <a:r>
                <a:rPr lang="en-US" altLang="zh-CN" dirty="0"/>
                <a:t>                ---</a:t>
              </a:r>
              <a:r>
                <a:rPr lang="zh-CN" altLang="en-US" dirty="0"/>
                <a:t>清华大学出版社</a:t>
              </a:r>
              <a:endParaRPr lang="zh-CN" altLang="en-US" dirty="0"/>
            </a:p>
            <a:p>
              <a:pPr algn="l">
                <a:lnSpc>
                  <a:spcPct val="100000"/>
                </a:lnSpc>
              </a:pPr>
              <a:r>
                <a:rPr lang="zh-CN" altLang="en-US" dirty="0">
                  <a:sym typeface="+mn-ea"/>
                </a:rPr>
                <a:t>《数据库系统概论》（第</a:t>
              </a:r>
              <a:r>
                <a:rPr lang="en-US" altLang="zh-CN" dirty="0">
                  <a:sym typeface="+mn-ea"/>
                </a:rPr>
                <a:t>5</a:t>
              </a:r>
              <a:r>
                <a:rPr lang="zh-CN" altLang="en-US" dirty="0">
                  <a:sym typeface="+mn-ea"/>
                </a:rPr>
                <a:t>版）</a:t>
              </a:r>
              <a:endParaRPr lang="zh-CN" altLang="en-US" dirty="0"/>
            </a:p>
            <a:p>
              <a:pPr algn="l">
                <a:lnSpc>
                  <a:spcPct val="100000"/>
                </a:lnSpc>
              </a:pPr>
              <a:r>
                <a:rPr lang="en-US" altLang="zh-CN" dirty="0">
                  <a:sym typeface="+mn-ea"/>
                </a:rPr>
                <a:t>                ---</a:t>
              </a:r>
              <a:r>
                <a:rPr lang="zh-CN" altLang="en-US" dirty="0">
                  <a:sym typeface="+mn-ea"/>
                </a:rPr>
                <a:t>高等教育出版社</a:t>
              </a:r>
              <a:endParaRPr lang="zh-CN" altLang="en-US" dirty="0">
                <a:sym typeface="+mn-ea"/>
              </a:endParaRPr>
            </a:p>
            <a:p>
              <a:pPr algn="l">
                <a:lnSpc>
                  <a:spcPct val="100000"/>
                </a:lnSpc>
              </a:pPr>
              <a:r>
                <a:rPr lang="zh-CN" altLang="en-US" dirty="0">
                  <a:sym typeface="+mn-ea"/>
                </a:rPr>
                <a:t>《软件工程导论》（第</a:t>
              </a:r>
              <a:r>
                <a:rPr lang="en-US" altLang="zh-CN" dirty="0">
                  <a:sym typeface="+mn-ea"/>
                </a:rPr>
                <a:t>6</a:t>
              </a:r>
              <a:r>
                <a:rPr lang="zh-CN" altLang="en-US" dirty="0">
                  <a:sym typeface="+mn-ea"/>
                </a:rPr>
                <a:t>版）</a:t>
              </a:r>
              <a:endParaRPr lang="zh-CN" altLang="en-US" dirty="0"/>
            </a:p>
            <a:p>
              <a:pPr algn="l">
                <a:lnSpc>
                  <a:spcPct val="100000"/>
                </a:lnSpc>
              </a:pPr>
              <a:r>
                <a:rPr lang="en-US" altLang="zh-CN" dirty="0">
                  <a:sym typeface="+mn-ea"/>
                </a:rPr>
                <a:t>                ---</a:t>
              </a:r>
              <a:r>
                <a:rPr lang="zh-CN" altLang="en-US" dirty="0">
                  <a:sym typeface="+mn-ea"/>
                </a:rPr>
                <a:t>清华大学出版社</a:t>
              </a:r>
              <a:endParaRPr lang="zh-CN" altLang="en-US" dirty="0"/>
            </a:p>
            <a:p>
              <a:pPr algn="l">
                <a:lnSpc>
                  <a:spcPct val="100000"/>
                </a:lnSpc>
              </a:pPr>
              <a:endParaRPr lang="zh-CN" altLang="en-US" dirty="0"/>
            </a:p>
            <a:p>
              <a:pPr algn="l">
                <a:lnSpc>
                  <a:spcPct val="100000"/>
                </a:lnSpc>
              </a:pPr>
              <a:endParaRPr lang="zh-CN" altLang="en-US" dirty="0"/>
            </a:p>
          </p:txBody>
        </p:sp>
      </p:grp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838800" y="169200"/>
            <a:ext cx="10512000" cy="864000"/>
          </a:xfrm>
          <a:prstGeom prst="rect">
            <a:avLst/>
          </a:prstGeom>
        </p:spPr>
        <p:txBody>
          <a:bodyPr vert="horz" lIns="67101" tIns="33550" rIns="67101" bIns="3355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/>
              <a:t>资料来源</a:t>
            </a:r>
            <a:endParaRPr lang="zh-CN" altLang="en-US" sz="3600" dirty="0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r>
              <a:rPr lang="zh-CN" altLang="en-US" sz="3600" dirty="0"/>
              <a:t>项目简介：张俊杰</a:t>
            </a:r>
            <a:endParaRPr lang="zh-CN" altLang="en-US" sz="3600" dirty="0"/>
          </a:p>
          <a:p>
            <a:r>
              <a:rPr lang="zh-CN" altLang="en-US" sz="3600" dirty="0"/>
              <a:t>可行性分析报告：张天颖</a:t>
            </a:r>
            <a:endParaRPr lang="zh-CN" altLang="en-US" sz="3600" dirty="0"/>
          </a:p>
          <a:p>
            <a:r>
              <a:rPr lang="en-US" altLang="zh-CN" sz="3600" dirty="0"/>
              <a:t>ppt</a:t>
            </a:r>
            <a:r>
              <a:rPr lang="zh-CN" altLang="en-US" sz="3600" dirty="0"/>
              <a:t>制作：张俊杰、徐佳伟、张天颖</a:t>
            </a:r>
            <a:endParaRPr lang="zh-CN" altLang="en-US" sz="3600" dirty="0"/>
          </a:p>
        </p:txBody>
      </p:sp>
      <p:sp>
        <p:nvSpPr>
          <p:cNvPr id="2050" name="MH_PageTitle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 smtClean="0"/>
              <a:t>小组分工</a:t>
            </a:r>
            <a:endParaRPr lang="zh-CN" altLang="en-US" dirty="0" smtClean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1"/>
            </p:custDataLst>
          </p:nvPr>
        </p:nvSpPr>
        <p:spPr>
          <a:xfrm rot="3131087" flipV="1">
            <a:off x="3855438" y="273906"/>
            <a:ext cx="3558449" cy="4475042"/>
          </a:xfrm>
          <a:custGeom>
            <a:avLst/>
            <a:gdLst>
              <a:gd name="connsiteX0" fmla="*/ 1588293 w 3925991"/>
              <a:gd name="connsiteY0" fmla="*/ 2290541 h 4937492"/>
              <a:gd name="connsiteX1" fmla="*/ 2063727 w 3925991"/>
              <a:gd name="connsiteY1" fmla="*/ 1821287 h 4937492"/>
              <a:gd name="connsiteX2" fmla="*/ 2189212 w 3925991"/>
              <a:gd name="connsiteY2" fmla="*/ 2081910 h 4937492"/>
              <a:gd name="connsiteX3" fmla="*/ 1526366 w 3925991"/>
              <a:gd name="connsiteY3" fmla="*/ 2351663 h 4937492"/>
              <a:gd name="connsiteX4" fmla="*/ 1573848 w 3925991"/>
              <a:gd name="connsiteY4" fmla="*/ 2304798 h 4937492"/>
              <a:gd name="connsiteX5" fmla="*/ 2654669 w 3925991"/>
              <a:gd name="connsiteY5" fmla="*/ 2121927 h 4937492"/>
              <a:gd name="connsiteX6" fmla="*/ 2607219 w 3925991"/>
              <a:gd name="connsiteY6" fmla="*/ 1936784 h 4937492"/>
              <a:gd name="connsiteX7" fmla="*/ 2413412 w 3925991"/>
              <a:gd name="connsiteY7" fmla="*/ 2004071 h 4937492"/>
              <a:gd name="connsiteX8" fmla="*/ 2124688 w 3925991"/>
              <a:gd name="connsiteY8" fmla="*/ 1761118 h 4937492"/>
              <a:gd name="connsiteX9" fmla="*/ 2347705 w 3925991"/>
              <a:gd name="connsiteY9" fmla="*/ 1540999 h 4937492"/>
              <a:gd name="connsiteX10" fmla="*/ 2119430 w 3925991"/>
              <a:gd name="connsiteY10" fmla="*/ 1361689 h 4937492"/>
              <a:gd name="connsiteX11" fmla="*/ 1556336 w 3925991"/>
              <a:gd name="connsiteY11" fmla="*/ 2301636 h 4937492"/>
              <a:gd name="connsiteX12" fmla="*/ 1521924 w 3925991"/>
              <a:gd name="connsiteY12" fmla="*/ 2313583 h 4937492"/>
              <a:gd name="connsiteX13" fmla="*/ 1552253 w 3925991"/>
              <a:gd name="connsiteY13" fmla="*/ 2308452 h 4937492"/>
              <a:gd name="connsiteX14" fmla="*/ 0 w 3925991"/>
              <a:gd name="connsiteY14" fmla="*/ 534139 h 4937492"/>
              <a:gd name="connsiteX15" fmla="*/ 748392 w 3925991"/>
              <a:gd name="connsiteY15" fmla="*/ 1253112 h 4937492"/>
              <a:gd name="connsiteX16" fmla="*/ 430781 w 3925991"/>
              <a:gd name="connsiteY16" fmla="*/ 691321 h 4937492"/>
              <a:gd name="connsiteX17" fmla="*/ 1327878 w 3925991"/>
              <a:gd name="connsiteY17" fmla="*/ 298905 h 4937492"/>
              <a:gd name="connsiteX18" fmla="*/ 1138066 w 3925991"/>
              <a:gd name="connsiteY18" fmla="*/ 0 h 4937492"/>
              <a:gd name="connsiteX19" fmla="*/ 403558 w 3925991"/>
              <a:gd name="connsiteY19" fmla="*/ 643170 h 4937492"/>
              <a:gd name="connsiteX20" fmla="*/ 237644 w 3925991"/>
              <a:gd name="connsiteY20" fmla="*/ 349702 h 4937492"/>
              <a:gd name="connsiteX21" fmla="*/ 3259808 w 3925991"/>
              <a:gd name="connsiteY21" fmla="*/ 4769533 h 4937492"/>
              <a:gd name="connsiteX22" fmla="*/ 3326451 w 3925991"/>
              <a:gd name="connsiteY22" fmla="*/ 4769533 h 4937492"/>
              <a:gd name="connsiteX23" fmla="*/ 3259808 w 3925991"/>
              <a:gd name="connsiteY23" fmla="*/ 4546311 h 4937492"/>
              <a:gd name="connsiteX24" fmla="*/ 715016 w 3925991"/>
              <a:gd name="connsiteY24" fmla="*/ 1545812 h 4937492"/>
              <a:gd name="connsiteX25" fmla="*/ 1224662 w 3925991"/>
              <a:gd name="connsiteY25" fmla="*/ 1228640 h 4937492"/>
              <a:gd name="connsiteX26" fmla="*/ 1553185 w 3925991"/>
              <a:gd name="connsiteY26" fmla="*/ 1505082 h 4937492"/>
              <a:gd name="connsiteX27" fmla="*/ 985860 w 3925991"/>
              <a:gd name="connsiteY27" fmla="*/ 1875541 h 4937492"/>
              <a:gd name="connsiteX28" fmla="*/ 1114162 w 3925991"/>
              <a:gd name="connsiteY28" fmla="*/ 2040856 h 4937492"/>
              <a:gd name="connsiteX29" fmla="*/ 1629252 w 3925991"/>
              <a:gd name="connsiteY29" fmla="*/ 1569091 h 4937492"/>
              <a:gd name="connsiteX30" fmla="*/ 1629945 w 3925991"/>
              <a:gd name="connsiteY30" fmla="*/ 1569674 h 4937492"/>
              <a:gd name="connsiteX31" fmla="*/ 1629538 w 3925991"/>
              <a:gd name="connsiteY31" fmla="*/ 1568829 h 4937492"/>
              <a:gd name="connsiteX32" fmla="*/ 2061669 w 3925991"/>
              <a:gd name="connsiteY32" fmla="*/ 1173046 h 4937492"/>
              <a:gd name="connsiteX33" fmla="*/ 1587923 w 3925991"/>
              <a:gd name="connsiteY33" fmla="*/ 1482398 h 4937492"/>
              <a:gd name="connsiteX34" fmla="*/ 1410160 w 3925991"/>
              <a:gd name="connsiteY34" fmla="*/ 1113198 h 4937492"/>
              <a:gd name="connsiteX35" fmla="*/ 1808084 w 3925991"/>
              <a:gd name="connsiteY35" fmla="*/ 865554 h 4937492"/>
              <a:gd name="connsiteX36" fmla="*/ 1645264 w 3925991"/>
              <a:gd name="connsiteY36" fmla="*/ 655764 h 4937492"/>
              <a:gd name="connsiteX37" fmla="*/ 2756171 w 3925991"/>
              <a:gd name="connsiteY37" fmla="*/ 4212531 h 4937492"/>
              <a:gd name="connsiteX38" fmla="*/ 3140506 w 3925991"/>
              <a:gd name="connsiteY38" fmla="*/ 3905777 h 4937492"/>
              <a:gd name="connsiteX39" fmla="*/ 3176620 w 3925991"/>
              <a:gd name="connsiteY39" fmla="*/ 4432247 h 4937492"/>
              <a:gd name="connsiteX40" fmla="*/ 3380443 w 3925991"/>
              <a:gd name="connsiteY40" fmla="*/ 3809456 h 4937492"/>
              <a:gd name="connsiteX41" fmla="*/ 3925991 w 3925991"/>
              <a:gd name="connsiteY41" fmla="*/ 3818061 h 4937492"/>
              <a:gd name="connsiteX42" fmla="*/ 3879334 w 3925991"/>
              <a:gd name="connsiteY42" fmla="*/ 3556633 h 4937492"/>
              <a:gd name="connsiteX43" fmla="*/ 3339029 w 3925991"/>
              <a:gd name="connsiteY43" fmla="*/ 3765576 h 4937492"/>
              <a:gd name="connsiteX44" fmla="*/ 3319251 w 3925991"/>
              <a:gd name="connsiteY44" fmla="*/ 3763113 h 4937492"/>
              <a:gd name="connsiteX45" fmla="*/ 3766016 w 3925991"/>
              <a:gd name="connsiteY45" fmla="*/ 3406530 h 4937492"/>
              <a:gd name="connsiteX46" fmla="*/ 3517889 w 3925991"/>
              <a:gd name="connsiteY46" fmla="*/ 3168879 h 4937492"/>
              <a:gd name="connsiteX47" fmla="*/ 1894465 w 3925991"/>
              <a:gd name="connsiteY47" fmla="*/ 3132813 h 4937492"/>
              <a:gd name="connsiteX48" fmla="*/ 1926278 w 3925991"/>
              <a:gd name="connsiteY48" fmla="*/ 3130130 h 4937492"/>
              <a:gd name="connsiteX49" fmla="*/ 1911336 w 3925991"/>
              <a:gd name="connsiteY49" fmla="*/ 3147018 h 4937492"/>
              <a:gd name="connsiteX50" fmla="*/ 1935017 w 3925991"/>
              <a:gd name="connsiteY50" fmla="*/ 3129393 h 4937492"/>
              <a:gd name="connsiteX51" fmla="*/ 2934976 w 3925991"/>
              <a:gd name="connsiteY51" fmla="*/ 3045067 h 4937492"/>
              <a:gd name="connsiteX52" fmla="*/ 2323478 w 3925991"/>
              <a:gd name="connsiteY52" fmla="*/ 3627121 h 4937492"/>
              <a:gd name="connsiteX53" fmla="*/ 3302960 w 3925991"/>
              <a:gd name="connsiteY53" fmla="*/ 3014035 h 4937492"/>
              <a:gd name="connsiteX54" fmla="*/ 3327171 w 3925991"/>
              <a:gd name="connsiteY54" fmla="*/ 3011993 h 4937492"/>
              <a:gd name="connsiteX55" fmla="*/ 3325066 w 3925991"/>
              <a:gd name="connsiteY55" fmla="*/ 3000198 h 4937492"/>
              <a:gd name="connsiteX56" fmla="*/ 3414494 w 3925991"/>
              <a:gd name="connsiteY56" fmla="*/ 2944223 h 4937492"/>
              <a:gd name="connsiteX57" fmla="*/ 3285386 w 3925991"/>
              <a:gd name="connsiteY57" fmla="*/ 2777869 h 4937492"/>
              <a:gd name="connsiteX58" fmla="*/ 3280513 w 3925991"/>
              <a:gd name="connsiteY58" fmla="*/ 2750563 h 4937492"/>
              <a:gd name="connsiteX59" fmla="*/ 3267071 w 3925991"/>
              <a:gd name="connsiteY59" fmla="*/ 2754270 h 4937492"/>
              <a:gd name="connsiteX60" fmla="*/ 3255775 w 3925991"/>
              <a:gd name="connsiteY60" fmla="*/ 2739715 h 4937492"/>
              <a:gd name="connsiteX61" fmla="*/ 3229637 w 3925991"/>
              <a:gd name="connsiteY61" fmla="*/ 2764594 h 4937492"/>
              <a:gd name="connsiteX62" fmla="*/ 1951589 w 3925991"/>
              <a:gd name="connsiteY62" fmla="*/ 3117059 h 4937492"/>
              <a:gd name="connsiteX63" fmla="*/ 2944142 w 3925991"/>
              <a:gd name="connsiteY63" fmla="*/ 2378348 h 4937492"/>
              <a:gd name="connsiteX64" fmla="*/ 2764465 w 3925991"/>
              <a:gd name="connsiteY64" fmla="*/ 2182801 h 4937492"/>
              <a:gd name="connsiteX65" fmla="*/ 1933406 w 3925991"/>
              <a:gd name="connsiteY65" fmla="*/ 3122074 h 4937492"/>
              <a:gd name="connsiteX66" fmla="*/ 3194103 w 3925991"/>
              <a:gd name="connsiteY66" fmla="*/ 4937492 h 4937492"/>
              <a:gd name="connsiteX67" fmla="*/ 3257914 w 3925991"/>
              <a:gd name="connsiteY67" fmla="*/ 4924012 h 4937492"/>
              <a:gd name="connsiteX68" fmla="*/ 3212759 w 3925991"/>
              <a:gd name="connsiteY68" fmla="*/ 4710275 h 4937492"/>
              <a:gd name="connsiteX69" fmla="*/ 3024632 w 3925991"/>
              <a:gd name="connsiteY69" fmla="*/ 4815933 h 4937492"/>
              <a:gd name="connsiteX70" fmla="*/ 3137795 w 3925991"/>
              <a:gd name="connsiteY70" fmla="*/ 4844962 h 4937492"/>
              <a:gd name="connsiteX71" fmla="*/ 3178445 w 3925991"/>
              <a:gd name="connsiteY71" fmla="*/ 4451404 h 4937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925991" h="4937492">
                <a:moveTo>
                  <a:pt x="1588293" y="2290541"/>
                </a:moveTo>
                <a:lnTo>
                  <a:pt x="2063727" y="1821287"/>
                </a:lnTo>
                <a:lnTo>
                  <a:pt x="2189212" y="2081910"/>
                </a:lnTo>
                <a:close/>
                <a:moveTo>
                  <a:pt x="1526366" y="2351663"/>
                </a:moveTo>
                <a:lnTo>
                  <a:pt x="1573848" y="2304798"/>
                </a:lnTo>
                <a:lnTo>
                  <a:pt x="2654669" y="2121927"/>
                </a:lnTo>
                <a:lnTo>
                  <a:pt x="2607219" y="1936784"/>
                </a:lnTo>
                <a:lnTo>
                  <a:pt x="2413412" y="2004071"/>
                </a:lnTo>
                <a:lnTo>
                  <a:pt x="2124688" y="1761118"/>
                </a:lnTo>
                <a:lnTo>
                  <a:pt x="2347705" y="1540999"/>
                </a:lnTo>
                <a:lnTo>
                  <a:pt x="2119430" y="1361689"/>
                </a:lnTo>
                <a:lnTo>
                  <a:pt x="1556336" y="2301636"/>
                </a:lnTo>
                <a:lnTo>
                  <a:pt x="1521924" y="2313583"/>
                </a:lnTo>
                <a:lnTo>
                  <a:pt x="1552253" y="2308452"/>
                </a:lnTo>
                <a:close/>
                <a:moveTo>
                  <a:pt x="0" y="534139"/>
                </a:moveTo>
                <a:lnTo>
                  <a:pt x="748392" y="1253112"/>
                </a:lnTo>
                <a:lnTo>
                  <a:pt x="430781" y="691321"/>
                </a:lnTo>
                <a:lnTo>
                  <a:pt x="1327878" y="298905"/>
                </a:lnTo>
                <a:lnTo>
                  <a:pt x="1138066" y="0"/>
                </a:lnTo>
                <a:lnTo>
                  <a:pt x="403558" y="643170"/>
                </a:lnTo>
                <a:lnTo>
                  <a:pt x="237644" y="349702"/>
                </a:lnTo>
                <a:close/>
                <a:moveTo>
                  <a:pt x="3259808" y="4769533"/>
                </a:moveTo>
                <a:lnTo>
                  <a:pt x="3326451" y="4769533"/>
                </a:lnTo>
                <a:lnTo>
                  <a:pt x="3259808" y="4546311"/>
                </a:lnTo>
                <a:close/>
                <a:moveTo>
                  <a:pt x="715016" y="1545812"/>
                </a:moveTo>
                <a:lnTo>
                  <a:pt x="1224662" y="1228640"/>
                </a:lnTo>
                <a:lnTo>
                  <a:pt x="1553185" y="1505082"/>
                </a:lnTo>
                <a:lnTo>
                  <a:pt x="985860" y="1875541"/>
                </a:lnTo>
                <a:lnTo>
                  <a:pt x="1114162" y="2040856"/>
                </a:lnTo>
                <a:lnTo>
                  <a:pt x="1629252" y="1569091"/>
                </a:lnTo>
                <a:lnTo>
                  <a:pt x="1629945" y="1569674"/>
                </a:lnTo>
                <a:lnTo>
                  <a:pt x="1629538" y="1568829"/>
                </a:lnTo>
                <a:lnTo>
                  <a:pt x="2061669" y="1173046"/>
                </a:lnTo>
                <a:lnTo>
                  <a:pt x="1587923" y="1482398"/>
                </a:lnTo>
                <a:lnTo>
                  <a:pt x="1410160" y="1113198"/>
                </a:lnTo>
                <a:lnTo>
                  <a:pt x="1808084" y="865554"/>
                </a:lnTo>
                <a:lnTo>
                  <a:pt x="1645264" y="655764"/>
                </a:lnTo>
                <a:close/>
                <a:moveTo>
                  <a:pt x="2756171" y="4212531"/>
                </a:moveTo>
                <a:lnTo>
                  <a:pt x="3140506" y="3905777"/>
                </a:lnTo>
                <a:lnTo>
                  <a:pt x="3176620" y="4432247"/>
                </a:lnTo>
                <a:lnTo>
                  <a:pt x="3380443" y="3809456"/>
                </a:lnTo>
                <a:lnTo>
                  <a:pt x="3925991" y="3818061"/>
                </a:lnTo>
                <a:lnTo>
                  <a:pt x="3879334" y="3556633"/>
                </a:lnTo>
                <a:lnTo>
                  <a:pt x="3339029" y="3765576"/>
                </a:lnTo>
                <a:lnTo>
                  <a:pt x="3319251" y="3763113"/>
                </a:lnTo>
                <a:lnTo>
                  <a:pt x="3766016" y="3406530"/>
                </a:lnTo>
                <a:lnTo>
                  <a:pt x="3517889" y="3168879"/>
                </a:lnTo>
                <a:close/>
                <a:moveTo>
                  <a:pt x="1894465" y="3132813"/>
                </a:moveTo>
                <a:lnTo>
                  <a:pt x="1926278" y="3130130"/>
                </a:lnTo>
                <a:lnTo>
                  <a:pt x="1911336" y="3147018"/>
                </a:lnTo>
                <a:lnTo>
                  <a:pt x="1935017" y="3129393"/>
                </a:lnTo>
                <a:lnTo>
                  <a:pt x="2934976" y="3045067"/>
                </a:lnTo>
                <a:lnTo>
                  <a:pt x="2323478" y="3627121"/>
                </a:lnTo>
                <a:lnTo>
                  <a:pt x="3302960" y="3014035"/>
                </a:lnTo>
                <a:lnTo>
                  <a:pt x="3327171" y="3011993"/>
                </a:lnTo>
                <a:lnTo>
                  <a:pt x="3325066" y="3000198"/>
                </a:lnTo>
                <a:lnTo>
                  <a:pt x="3414494" y="2944223"/>
                </a:lnTo>
                <a:lnTo>
                  <a:pt x="3285386" y="2777869"/>
                </a:lnTo>
                <a:lnTo>
                  <a:pt x="3280513" y="2750563"/>
                </a:lnTo>
                <a:lnTo>
                  <a:pt x="3267071" y="2754270"/>
                </a:lnTo>
                <a:lnTo>
                  <a:pt x="3255775" y="2739715"/>
                </a:lnTo>
                <a:lnTo>
                  <a:pt x="3229637" y="2764594"/>
                </a:lnTo>
                <a:lnTo>
                  <a:pt x="1951589" y="3117059"/>
                </a:lnTo>
                <a:lnTo>
                  <a:pt x="2944142" y="2378348"/>
                </a:lnTo>
                <a:lnTo>
                  <a:pt x="2764465" y="2182801"/>
                </a:lnTo>
                <a:lnTo>
                  <a:pt x="1933406" y="3122074"/>
                </a:lnTo>
                <a:close/>
                <a:moveTo>
                  <a:pt x="3194103" y="4937492"/>
                </a:moveTo>
                <a:lnTo>
                  <a:pt x="3257914" y="4924012"/>
                </a:lnTo>
                <a:lnTo>
                  <a:pt x="3212759" y="4710275"/>
                </a:lnTo>
                <a:close/>
                <a:moveTo>
                  <a:pt x="3024632" y="4815933"/>
                </a:moveTo>
                <a:lnTo>
                  <a:pt x="3137795" y="4844962"/>
                </a:lnTo>
                <a:lnTo>
                  <a:pt x="3178445" y="4451404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760" kern="0">
              <a:solidFill>
                <a:srgbClr val="FFFF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2835411" y="3657619"/>
            <a:ext cx="5599113" cy="740667"/>
          </a:xfrm>
        </p:spPr>
        <p:txBody>
          <a:bodyPr>
            <a:normAutofit/>
          </a:bodyPr>
          <a:lstStyle/>
          <a:p>
            <a:r>
              <a:rPr lang="en-US" altLang="zh-CN" sz="2800" kern="0" dirty="0"/>
              <a:t>GROUP </a:t>
            </a:r>
            <a:r>
              <a:rPr lang="en-US" altLang="zh-CN" sz="2800" kern="0" dirty="0" smtClean="0"/>
              <a:t>16 </a:t>
            </a:r>
            <a:endParaRPr lang="en-US" altLang="zh-CN" sz="2800" kern="0" dirty="0"/>
          </a:p>
        </p:txBody>
      </p:sp>
      <p:pic>
        <p:nvPicPr>
          <p:cNvPr id="4" name="Picture 2" descr="C:\Documents and Settings\Administrator\桌面\148945851545229b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8432" y="836761"/>
            <a:ext cx="4762500" cy="952500"/>
          </a:xfrm>
          <a:prstGeom prst="rect">
            <a:avLst/>
          </a:prstGeom>
          <a:noFill/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50923113405"/>
  <p:tag name="MH_LIBRARY" val="GRAPHIC"/>
  <p:tag name="MH_ORDER" val="Straight Connector 9"/>
  <p:tag name="KSO_WM_TAG_VERSION" val="1.0"/>
  <p:tag name="KSO_WM_BEAUTIFY_FLAG" val="#wm#"/>
  <p:tag name="KSO_WM_UNIT_TYPE" val="i"/>
  <p:tag name="KSO_WM_UNIT_ID" val="280*i*2"/>
  <p:tag name="KSO_WM_TEMPLATE_CATEGORY" val="custom"/>
  <p:tag name="KSO_WM_TEMPLATE_INDEX" val="9160243"/>
</p:tagLst>
</file>

<file path=ppt/tags/tag2.xml><?xml version="1.0" encoding="utf-8"?>
<p:tagLst xmlns:p="http://schemas.openxmlformats.org/presentationml/2006/main">
  <p:tag name="MH" val="20150923113405"/>
  <p:tag name="MH_LIBRARY" val="GRAPHIC"/>
  <p:tag name="MH_ORDER" val="Straight Connector 10"/>
  <p:tag name="KSO_WM_TAG_VERSION" val="1.0"/>
  <p:tag name="KSO_WM_BEAUTIFY_FLAG" val="#wm#"/>
  <p:tag name="KSO_WM_UNIT_TYPE" val="i"/>
  <p:tag name="KSO_WM_UNIT_ID" val="280*i*3"/>
  <p:tag name="KSO_WM_TEMPLATE_CATEGORY" val="custom"/>
  <p:tag name="KSO_WM_TEMPLATE_INDEX" val="9160243"/>
</p:tagLst>
</file>

<file path=ppt/tags/tag3.xml><?xml version="1.0" encoding="utf-8"?>
<p:tagLst xmlns:p="http://schemas.openxmlformats.org/presentationml/2006/main">
  <p:tag name="KSO_WM_TAG_VERSION" val="1.0"/>
  <p:tag name="KSO_WM_TEMPLATE_CATEGORY" val="custom"/>
  <p:tag name="KSO_WM_TEMPLATE_INDEX" val="160563"/>
</p:tagLst>
</file>

<file path=ppt/tags/tag4.xml><?xml version="1.0" encoding="utf-8"?>
<p:tagLst xmlns:p="http://schemas.openxmlformats.org/presentationml/2006/main">
  <p:tag name="KSO_WM_TAG_VERSION" val="1.0"/>
  <p:tag name="KSO_WM_TEMPLATE_CATEGORY" val="custom"/>
  <p:tag name="KSO_WM_TEMPLATE_INDEX" val="16056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KSO_WM_UNIT_TYPE" val="a"/>
  <p:tag name="KSO_WM_UNIT_INDEX" val="1"/>
  <p:tag name="KSO_WM_UNIT_ID" val="custom160563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KSO_WM_UNIT_TYPE" val="b"/>
  <p:tag name="KSO_WM_UNIT_INDEX" val="1"/>
  <p:tag name="KSO_WM_UNIT_ID" val="custom160563_1*b*1"/>
  <p:tag name="KSO_WM_UNIT_CLEAR" val="1"/>
  <p:tag name="KSO_WM_UNIT_LAYERLEVEL" val="1"/>
  <p:tag name="KSO_WM_UNIT_VALUE" val="50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.xml><?xml version="1.0" encoding="utf-8"?>
<p:tagLst xmlns:p="http://schemas.openxmlformats.org/presentationml/2006/main">
  <p:tag name="KSO_WM_TEMPLATE_THUMBS_INDEX" val="1、4、5、9、12、15、19、25、27、28、29、30"/>
  <p:tag name="KSO_WM_TEMPLATE_CATEGORY" val="custom"/>
  <p:tag name="KSO_WM_TEMPLATE_INDEX" val="160563"/>
  <p:tag name="KSO_WM_TAG_VERSION" val="1.0"/>
  <p:tag name="KSO_WM_SLIDE_ID" val="custom160563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KSO_WM_UNIT_TYPE" val="a"/>
  <p:tag name="KSO_WM_UNIT_INDEX" val="1"/>
  <p:tag name="KSO_WM_UNIT_ID" val="custom160563_4*a*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KSO_WM_UNIT_TYPE" val="f"/>
  <p:tag name="KSO_WM_UNIT_INDEX" val="1"/>
  <p:tag name="KSO_WM_UNIT_ID" val="custom160563_4*f*1"/>
  <p:tag name="KSO_WM_UNIT_CLEAR" val="1"/>
  <p:tag name="KSO_WM_UNIT_LAYERLEVEL" val="1"/>
  <p:tag name="KSO_WM_UNIT_VALUE" val="143"/>
  <p:tag name="KSO_WM_UNIT_HIGHLIGHT" val="0"/>
  <p:tag name="KSO_WM_UNIT_COMPATIBLE" val="0"/>
  <p:tag name="KSO_WM_UNIT_PRESET_TEXT_INDEX" val="5"/>
  <p:tag name="KSO_WM_UNIT_PRESET_TEXT_LEN" val="232"/>
</p:tagLst>
</file>

<file path=ppt/tags/tag10.xml><?xml version="1.0" encoding="utf-8"?>
<p:tagLst xmlns:p="http://schemas.openxmlformats.org/presentationml/2006/main">
  <p:tag name="KSO_WM_TEMPLATE_CATEGORY" val="custom"/>
  <p:tag name="KSO_WM_TEMPLATE_INDEX" val="160563"/>
  <p:tag name="KSO_WM_TAG_VERSION" val="1.0"/>
  <p:tag name="KSO_WM_SLIDE_ID" val="custom160563_4"/>
  <p:tag name="KSO_WM_SLIDE_INDEX" val="4"/>
  <p:tag name="KSO_WM_SLIDE_ITEM_CNT" val="2"/>
  <p:tag name="KSO_WM_SLIDE_LAYOUT" val="f_d_a"/>
  <p:tag name="KSO_WM_SLIDE_LAYOUT_CNT" val="1_1_1"/>
  <p:tag name="KSO_WM_SLIDE_TYPE" val="text"/>
  <p:tag name="KSO_WM_BEAUTIFY_FLAG" val="#wm#"/>
  <p:tag name="KSO_WM_SLIDE_POSITION" val="66*36"/>
  <p:tag name="KSO_WM_SLIDE_SIZE" val="828*426"/>
</p:tagLst>
</file>

<file path=ppt/tags/tag11.xml><?xml version="1.0" encoding="utf-8"?>
<p:tagLst xmlns:p="http://schemas.openxmlformats.org/presentationml/2006/main">
  <p:tag name="MH" val="20150923105509"/>
  <p:tag name="MH_LIBRARY" val="CONTENTS"/>
  <p:tag name="MH_TYPE" val="OTHERS"/>
  <p:tag name="ID" val="545828"/>
  <p:tag name="KSO_WM_TAG_VERSION" val="1.0"/>
  <p:tag name="KSO_WM_BEAUTIFY_FLAG" val="#wm#"/>
  <p:tag name="KSO_WM_UNIT_TYPE" val="i"/>
  <p:tag name="KSO_WM_UNIT_ID" val="custom160563_9*i*0"/>
  <p:tag name="KSO_WM_TEMPLATE_CATEGORY" val="custom"/>
  <p:tag name="KSO_WM_TEMPLATE_INDEX" val="160563"/>
  <p:tag name="KSO_WM_UNIT_INDEX" val="0"/>
</p:tagLst>
</file>

<file path=ppt/tags/tag12.xml><?xml version="1.0" encoding="utf-8"?>
<p:tagLst xmlns:p="http://schemas.openxmlformats.org/presentationml/2006/main">
  <p:tag name="MH" val="20150923105509"/>
  <p:tag name="MH_LIBRARY" val="CONTENTS"/>
  <p:tag name="MH_TYPE" val="OTHERS"/>
  <p:tag name="ID" val="545828"/>
  <p:tag name="KSO_WM_TAG_VERSION" val="1.0"/>
  <p:tag name="KSO_WM_BEAUTIFY_FLAG" val="#wm#"/>
  <p:tag name="KSO_WM_UNIT_TYPE" val="i"/>
  <p:tag name="KSO_WM_UNIT_ID" val="custom160563_9*i*1"/>
  <p:tag name="KSO_WM_TEMPLATE_CATEGORY" val="custom"/>
  <p:tag name="KSO_WM_TEMPLATE_INDEX" val="160563"/>
  <p:tag name="KSO_WM_UNIT_INDEX" val="1"/>
</p:tagLst>
</file>

<file path=ppt/tags/tag13.xml><?xml version="1.0" encoding="utf-8"?>
<p:tagLst xmlns:p="http://schemas.openxmlformats.org/presentationml/2006/main">
  <p:tag name="MH" val="20150923105509"/>
  <p:tag name="MH_LIBRARY" val="CONTENTS"/>
  <p:tag name="MH_TYPE" val="OTHERS"/>
  <p:tag name="ID" val="545828"/>
  <p:tag name="KSO_WM_TAG_VERSION" val="1.0"/>
  <p:tag name="KSO_WM_BEAUTIFY_FLAG" val="#wm#"/>
  <p:tag name="KSO_WM_UNIT_TYPE" val="i"/>
  <p:tag name="KSO_WM_UNIT_ID" val="custom160563_9*i*2"/>
  <p:tag name="KSO_WM_TEMPLATE_CATEGORY" val="custom"/>
  <p:tag name="KSO_WM_TEMPLATE_INDEX" val="160563"/>
  <p:tag name="KSO_WM_UNIT_INDEX" val="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9*i*3"/>
  <p:tag name="KSO_WM_TEMPLATE_CATEGORY" val="custom"/>
  <p:tag name="KSO_WM_TEMPLATE_INDEX" val="160563"/>
  <p:tag name="KSO_WM_UNIT_INDEX" val="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05509"/>
  <p:tag name="MH_LIBRARY" val="CONTENTS"/>
  <p:tag name="MH_TYPE" val="ENTRY"/>
  <p:tag name="ID" val="545828"/>
  <p:tag name="MH_ORDER" val="1"/>
  <p:tag name="KSO_WM_UNIT_TYPE" val="l_h_f"/>
  <p:tag name="KSO_WM_UNIT_INDEX" val="1_1_1"/>
  <p:tag name="KSO_WM_UNIT_ID" val="custom160563_9*l_h_f*1_1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3"/>
  <p:tag name="KSO_WM_UNIT_PRESET_TEXT_LEN" val="17"/>
  <p:tag name="KSO_WM_DIAGRAM_GROUP_CODE" val="l1-1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05509"/>
  <p:tag name="MH_LIBRARY" val="CONTENTS"/>
  <p:tag name="MH_TYPE" val="NUMBER"/>
  <p:tag name="ID" val="545828"/>
  <p:tag name="MH_ORDER" val="1"/>
  <p:tag name="KSO_WM_UNIT_TYPE" val="l_i"/>
  <p:tag name="KSO_WM_UNIT_INDEX" val="1_1"/>
  <p:tag name="KSO_WM_UNIT_ID" val="custom160563_9*l_i*1_1"/>
  <p:tag name="KSO_WM_UNIT_CLEAR" val="1"/>
  <p:tag name="KSO_WM_UNIT_LAYERLEVEL" val="1_1"/>
  <p:tag name="KSO_WM_DIAGRAM_GROUP_CODE" val="l1-1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9*i*8"/>
  <p:tag name="KSO_WM_TEMPLATE_CATEGORY" val="custom"/>
  <p:tag name="KSO_WM_TEMPLATE_INDEX" val="160563"/>
  <p:tag name="KSO_WM_UNIT_INDEX" val="8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05509"/>
  <p:tag name="MH_LIBRARY" val="CONTENTS"/>
  <p:tag name="MH_TYPE" val="ENTRY"/>
  <p:tag name="ID" val="545828"/>
  <p:tag name="MH_ORDER" val="1"/>
  <p:tag name="KSO_WM_UNIT_TYPE" val="l_h_f"/>
  <p:tag name="KSO_WM_UNIT_INDEX" val="1_2_1"/>
  <p:tag name="KSO_WM_UNIT_ID" val="custom160563_9*l_h_f*1_2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3"/>
  <p:tag name="KSO_WM_UNIT_PRESET_TEXT_LEN" val="17"/>
  <p:tag name="KSO_WM_DIAGRAM_GROUP_CODE" val="l1-1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05509"/>
  <p:tag name="MH_LIBRARY" val="CONTENTS"/>
  <p:tag name="MH_TYPE" val="NUMBER"/>
  <p:tag name="ID" val="545828"/>
  <p:tag name="MH_ORDER" val="1"/>
  <p:tag name="KSO_WM_UNIT_TYPE" val="l_i"/>
  <p:tag name="KSO_WM_UNIT_INDEX" val="1_2"/>
  <p:tag name="KSO_WM_UNIT_ID" val="custom160563_9*l_i*1_2"/>
  <p:tag name="KSO_WM_UNIT_CLEAR" val="1"/>
  <p:tag name="KSO_WM_UNIT_LAYERLEVEL" val="1_1"/>
  <p:tag name="KSO_WM_DIAGRAM_GROUP_CODE" val="l1-1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9*i*13"/>
  <p:tag name="KSO_WM_TEMPLATE_CATEGORY" val="custom"/>
  <p:tag name="KSO_WM_TEMPLATE_INDEX" val="160563"/>
  <p:tag name="KSO_WM_UNIT_INDEX" val="13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05509"/>
  <p:tag name="MH_LIBRARY" val="CONTENTS"/>
  <p:tag name="MH_TYPE" val="ENTRY"/>
  <p:tag name="ID" val="545828"/>
  <p:tag name="MH_ORDER" val="1"/>
  <p:tag name="KSO_WM_UNIT_TYPE" val="l_h_f"/>
  <p:tag name="KSO_WM_UNIT_INDEX" val="1_3_1"/>
  <p:tag name="KSO_WM_UNIT_ID" val="custom160563_9*l_h_f*1_3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3"/>
  <p:tag name="KSO_WM_UNIT_PRESET_TEXT_LEN" val="17"/>
  <p:tag name="KSO_WM_DIAGRAM_GROUP_CODE" val="l1-1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05509"/>
  <p:tag name="MH_LIBRARY" val="CONTENTS"/>
  <p:tag name="MH_TYPE" val="NUMBER"/>
  <p:tag name="ID" val="545828"/>
  <p:tag name="MH_ORDER" val="1"/>
  <p:tag name="KSO_WM_UNIT_TYPE" val="l_i"/>
  <p:tag name="KSO_WM_UNIT_INDEX" val="1_3"/>
  <p:tag name="KSO_WM_UNIT_ID" val="custom160563_9*l_i*1_3"/>
  <p:tag name="KSO_WM_UNIT_CLEAR" val="1"/>
  <p:tag name="KSO_WM_UNIT_LAYERLEVEL" val="1_1"/>
  <p:tag name="KSO_WM_DIAGRAM_GROUP_CODE" val="l1-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9*i*18"/>
  <p:tag name="KSO_WM_TEMPLATE_CATEGORY" val="custom"/>
  <p:tag name="KSO_WM_TEMPLATE_INDEX" val="160563"/>
  <p:tag name="KSO_WM_UNIT_INDEX" val="18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05509"/>
  <p:tag name="MH_LIBRARY" val="CONTENTS"/>
  <p:tag name="MH_TYPE" val="ENTRY"/>
  <p:tag name="ID" val="545828"/>
  <p:tag name="MH_ORDER" val="1"/>
  <p:tag name="KSO_WM_UNIT_TYPE" val="l_h_f"/>
  <p:tag name="KSO_WM_UNIT_INDEX" val="1_4_1"/>
  <p:tag name="KSO_WM_UNIT_ID" val="custom160563_9*l_h_f*1_4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3"/>
  <p:tag name="KSO_WM_UNIT_PRESET_TEXT_LEN" val="17"/>
  <p:tag name="KSO_WM_DIAGRAM_GROUP_CODE" val="l1-1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05509"/>
  <p:tag name="MH_LIBRARY" val="CONTENTS"/>
  <p:tag name="MH_TYPE" val="NUMBER"/>
  <p:tag name="ID" val="545828"/>
  <p:tag name="MH_ORDER" val="1"/>
  <p:tag name="KSO_WM_UNIT_TYPE" val="l_i"/>
  <p:tag name="KSO_WM_UNIT_INDEX" val="1_4"/>
  <p:tag name="KSO_WM_UNIT_ID" val="custom160563_9*l_i*1_4"/>
  <p:tag name="KSO_WM_UNIT_CLEAR" val="1"/>
  <p:tag name="KSO_WM_UNIT_LAYERLEVEL" val="1_1"/>
  <p:tag name="KSO_WM_DIAGRAM_GROUP_CODE" val="l1-1"/>
</p:tagLst>
</file>

<file path=ppt/tags/tag26.xml><?xml version="1.0" encoding="utf-8"?>
<p:tagLst xmlns:p="http://schemas.openxmlformats.org/presentationml/2006/main">
  <p:tag name="MH" val="20150923105509"/>
  <p:tag name="MH_LIBRARY" val="CONTENTS"/>
  <p:tag name="MH_AUTOCOLOR" val="TRUE"/>
  <p:tag name="MH_TYPE" val="CONTENTS"/>
  <p:tag name="ID" val="545828"/>
  <p:tag name="KSO_WM_TEMPLATE_CATEGORY" val="custom"/>
  <p:tag name="KSO_WM_TEMPLATE_INDEX" val="160563"/>
  <p:tag name="KSO_WM_TAG_VERSION" val="1.0"/>
  <p:tag name="KSO_WM_SLIDE_ID" val="custom160563_9"/>
  <p:tag name="KSO_WM_SLIDE_INDEX" val="9"/>
  <p:tag name="KSO_WM_SLIDE_ITEM_CNT" val="4"/>
  <p:tag name="KSO_WM_SLIDE_LAYOUT" val="l"/>
  <p:tag name="KSO_WM_SLIDE_LAYOUT_CNT" val="1"/>
  <p:tag name="KSO_WM_SLIDE_TYPE" val="contents"/>
  <p:tag name="KSO_WM_BEAUTIFY_FLAG" val="#wm#"/>
  <p:tag name="KSO_WM_DIAGRAM_GROUP_CODE" val="l1-1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KSO_WM_UNIT_TYPE" val="a"/>
  <p:tag name="KSO_WM_UNIT_INDEX" val="1"/>
  <p:tag name="KSO_WM_UNIT_ID" val="custom160563_1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KSO_WM_UNIT_TYPE" val="e"/>
  <p:tag name="KSO_WM_UNIT_INDEX" val="1"/>
  <p:tag name="KSO_WM_UNIT_ID" val="custom160563_12*e*1"/>
  <p:tag name="KSO_WM_UNIT_CLEAR" val="1"/>
  <p:tag name="KSO_WM_UNIT_LAYERLEVEL" val="1"/>
  <p:tag name="KSO_WM_UNIT_VALUE" val="6"/>
  <p:tag name="KSO_WM_UNIT_HIGHLIGHT" val="0"/>
  <p:tag name="KSO_WM_UNIT_COMPATIBLE" val="1"/>
  <p:tag name="KSO_WM_UNIT_PRESET_TEXT" val="01"/>
</p:tagLst>
</file>

<file path=ppt/tags/tag29.xml><?xml version="1.0" encoding="utf-8"?>
<p:tagLst xmlns:p="http://schemas.openxmlformats.org/presentationml/2006/main">
  <p:tag name="KSO_WM_TEMPLATE_CATEGORY" val="custom"/>
  <p:tag name="KSO_WM_TEMPLATE_INDEX" val="160563"/>
  <p:tag name="KSO_WM_TAG_VERSION" val="1.0"/>
  <p:tag name="KSO_WM_SLIDE_ID" val="custom160563_12"/>
  <p:tag name="KSO_WM_SLIDE_INDEX" val="12"/>
  <p:tag name="KSO_WM_SLIDE_ITEM_CNT" val="1"/>
  <p:tag name="KSO_WM_SLIDE_LAYOUT" val="a_e"/>
  <p:tag name="KSO_WM_SLIDE_LAYOUT_CNT" val="1_1"/>
  <p:tag name="KSO_WM_SLIDE_TYPE" val="sectionTitle"/>
  <p:tag name="KSO_WM_BEAUTIFY_FLAG" val="#wm#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5*i*0"/>
  <p:tag name="KSO_WM_TEMPLATE_CATEGORY" val="custom"/>
  <p:tag name="KSO_WM_TEMPLATE_INDEX" val="160563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1"/>
  <p:tag name="KSO_WM_UNIT_TYPE" val="l_h_f"/>
  <p:tag name="KSO_WM_UNIT_INDEX" val="1_1_1"/>
  <p:tag name="KSO_WM_UNIT_ID" val="custom160563_15*l_h_f*1_1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1"/>
  <p:tag name="KSO_WM_UNIT_TYPE" val="l_i"/>
  <p:tag name="KSO_WM_UNIT_INDEX" val="1_1"/>
  <p:tag name="KSO_WM_UNIT_ID" val="custom160563_15*l_i*1_1"/>
  <p:tag name="KSO_WM_UNIT_CLEAR" val="1"/>
  <p:tag name="KSO_WM_UNIT_LAYERLEVEL" val="1_1"/>
  <p:tag name="KSO_WM_DIAGRAM_GROUP_CODE" val="l1-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1"/>
  <p:tag name="KSO_WM_UNIT_TYPE" val="l_i"/>
  <p:tag name="KSO_WM_UNIT_INDEX" val="1_2"/>
  <p:tag name="KSO_WM_UNIT_ID" val="custom160563_15*l_i*1_2"/>
  <p:tag name="KSO_WM_UNIT_CLEAR" val="1"/>
  <p:tag name="KSO_WM_UNIT_LAYERLEVEL" val="1_1"/>
  <p:tag name="KSO_WM_DIAGRAM_GROUP_CODE" val="l1-2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2"/>
  <p:tag name="KSO_WM_UNIT_TYPE" val="l_i"/>
  <p:tag name="KSO_WM_UNIT_INDEX" val="1_3"/>
  <p:tag name="KSO_WM_UNIT_ID" val="custom160563_15*l_i*1_3"/>
  <p:tag name="KSO_WM_UNIT_CLEAR" val="1"/>
  <p:tag name="KSO_WM_UNIT_LAYERLEVEL" val="1_1"/>
  <p:tag name="KSO_WM_DIAGRAM_GROUP_CODE" val="l1-2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5*i*9"/>
  <p:tag name="KSO_WM_TEMPLATE_CATEGORY" val="custom"/>
  <p:tag name="KSO_WM_TEMPLATE_INDEX" val="160563"/>
  <p:tag name="KSO_WM_UNIT_INDEX" val="9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2"/>
  <p:tag name="KSO_WM_UNIT_TYPE" val="l_h_f"/>
  <p:tag name="KSO_WM_UNIT_INDEX" val="1_2_1"/>
  <p:tag name="KSO_WM_UNIT_ID" val="custom160563_15*l_h_f*1_2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3"/>
  <p:tag name="KSO_WM_UNIT_TYPE" val="l_i"/>
  <p:tag name="KSO_WM_UNIT_INDEX" val="1_4"/>
  <p:tag name="KSO_WM_UNIT_ID" val="custom160563_15*l_i*1_4"/>
  <p:tag name="KSO_WM_UNIT_CLEAR" val="1"/>
  <p:tag name="KSO_WM_UNIT_LAYERLEVEL" val="1_1"/>
  <p:tag name="KSO_WM_DIAGRAM_GROUP_CODE" val="l1-2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2"/>
  <p:tag name="KSO_WM_UNIT_TYPE" val="l_i"/>
  <p:tag name="KSO_WM_UNIT_INDEX" val="1_5"/>
  <p:tag name="KSO_WM_UNIT_ID" val="custom160563_15*l_i*1_5"/>
  <p:tag name="KSO_WM_UNIT_CLEAR" val="1"/>
  <p:tag name="KSO_WM_UNIT_LAYERLEVEL" val="1_1"/>
  <p:tag name="KSO_WM_DIAGRAM_GROUP_CODE" val="l1-2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4"/>
  <p:tag name="KSO_WM_UNIT_TYPE" val="l_i"/>
  <p:tag name="KSO_WM_UNIT_INDEX" val="1_6"/>
  <p:tag name="KSO_WM_UNIT_ID" val="custom160563_15*l_i*1_6"/>
  <p:tag name="KSO_WM_UNIT_CLEAR" val="1"/>
  <p:tag name="KSO_WM_UNIT_LAYERLEVEL" val="1_1"/>
  <p:tag name="KSO_WM_DIAGRAM_GROUP_CODE" val="l1-2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5*i*18"/>
  <p:tag name="KSO_WM_TEMPLATE_CATEGORY" val="custom"/>
  <p:tag name="KSO_WM_TEMPLATE_INDEX" val="160563"/>
  <p:tag name="KSO_WM_UNIT_INDEX" val="18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1"/>
  <p:tag name="KSO_WM_UNIT_TYPE" val="l_h_f"/>
  <p:tag name="KSO_WM_UNIT_INDEX" val="1_3_1"/>
  <p:tag name="KSO_WM_UNIT_ID" val="custom160563_15*l_h_f*1_3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4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1"/>
  <p:tag name="KSO_WM_UNIT_TYPE" val="l_i"/>
  <p:tag name="KSO_WM_UNIT_INDEX" val="1_7"/>
  <p:tag name="KSO_WM_UNIT_ID" val="custom160563_15*l_i*1_7"/>
  <p:tag name="KSO_WM_UNIT_CLEAR" val="1"/>
  <p:tag name="KSO_WM_UNIT_LAYERLEVEL" val="1_1"/>
  <p:tag name="KSO_WM_DIAGRAM_GROUP_CODE" val="l1-2"/>
</p:tagLst>
</file>

<file path=ppt/tags/tag4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1"/>
  <p:tag name="KSO_WM_UNIT_TYPE" val="l_i"/>
  <p:tag name="KSO_WM_UNIT_INDEX" val="1_8"/>
  <p:tag name="KSO_WM_UNIT_ID" val="custom160563_15*l_i*1_8"/>
  <p:tag name="KSO_WM_UNIT_CLEAR" val="1"/>
  <p:tag name="KSO_WM_UNIT_LAYERLEVEL" val="1_1"/>
  <p:tag name="KSO_WM_DIAGRAM_GROUP_CODE" val="l1-2"/>
</p:tagLst>
</file>

<file path=ppt/tags/tag4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2"/>
  <p:tag name="KSO_WM_UNIT_TYPE" val="l_i"/>
  <p:tag name="KSO_WM_UNIT_INDEX" val="1_9"/>
  <p:tag name="KSO_WM_UNIT_ID" val="custom160563_15*l_i*1_9"/>
  <p:tag name="KSO_WM_UNIT_CLEAR" val="1"/>
  <p:tag name="KSO_WM_UNIT_LAYERLEVEL" val="1_1"/>
  <p:tag name="KSO_WM_DIAGRAM_GROUP_CODE" val="l1-2"/>
</p:tagLst>
</file>

<file path=ppt/tags/tag4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PageTitle"/>
  <p:tag name="MH_ORDER" val="PageTitle"/>
  <p:tag name="KSO_WM_UNIT_TYPE" val="a"/>
  <p:tag name="KSO_WM_UNIT_INDEX" val="1"/>
  <p:tag name="KSO_WM_UNIT_ID" val="custom160563_15*a*1"/>
  <p:tag name="KSO_WM_UNIT_CLEAR" val="1"/>
  <p:tag name="KSO_WM_UNIT_LAYERLEVEL" val="1"/>
  <p:tag name="KSO_WM_UNIT_VALUE" val="2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6.xml><?xml version="1.0" encoding="utf-8"?>
<p:tagLst xmlns:p="http://schemas.openxmlformats.org/presentationml/2006/main">
  <p:tag name="MH_TYPE" val="#NeiR#"/>
  <p:tag name="MH_NUMBER" val="3"/>
  <p:tag name="MH_CATEGORY" val="#BingLLB#"/>
  <p:tag name="MH_LAYOUT" val="SubTitleText"/>
  <p:tag name="MH" val="20150923111220"/>
  <p:tag name="MH_LIBRARY" val="GRAPHIC"/>
  <p:tag name="KSO_WM_TEMPLATE_CATEGORY" val="custom"/>
  <p:tag name="KSO_WM_TEMPLATE_INDEX" val="160563"/>
  <p:tag name="KSO_WM_TAG_VERSION" val="1.0"/>
  <p:tag name="KSO_WM_SLIDE_ID" val="custom160563_15"/>
  <p:tag name="KSO_WM_SLIDE_INDEX" val="15"/>
  <p:tag name="KSO_WM_SLIDE_ITEM_CNT" val="3"/>
  <p:tag name="KSO_WM_SLIDE_LAYOUT" val="a_l"/>
  <p:tag name="KSO_WM_SLIDE_LAYOUT_CNT" val="1_1"/>
  <p:tag name="KSO_WM_SLIDE_TYPE" val="text"/>
  <p:tag name="KSO_WM_BEAUTIFY_FLAG" val="#wm#"/>
  <p:tag name="KSO_WM_SLIDE_POSITION" val="30*123"/>
  <p:tag name="KSO_WM_SLIDE_SIZE" val="899*369"/>
  <p:tag name="KSO_WM_DIAGRAM_GROUP_CODE" val="l1-2"/>
</p:tagLst>
</file>

<file path=ppt/tags/tag4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KSO_WM_UNIT_TYPE" val="a"/>
  <p:tag name="KSO_WM_UNIT_INDEX" val="1"/>
  <p:tag name="KSO_WM_UNIT_ID" val="custom160563_1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KSO_WM_UNIT_TYPE" val="e"/>
  <p:tag name="KSO_WM_UNIT_INDEX" val="1"/>
  <p:tag name="KSO_WM_UNIT_ID" val="custom160563_12*e*1"/>
  <p:tag name="KSO_WM_UNIT_CLEAR" val="1"/>
  <p:tag name="KSO_WM_UNIT_LAYERLEVEL" val="1"/>
  <p:tag name="KSO_WM_UNIT_VALUE" val="6"/>
  <p:tag name="KSO_WM_UNIT_HIGHLIGHT" val="0"/>
  <p:tag name="KSO_WM_UNIT_COMPATIBLE" val="1"/>
  <p:tag name="KSO_WM_UNIT_PRESET_TEXT" val="01"/>
</p:tagLst>
</file>

<file path=ppt/tags/tag49.xml><?xml version="1.0" encoding="utf-8"?>
<p:tagLst xmlns:p="http://schemas.openxmlformats.org/presentationml/2006/main">
  <p:tag name="KSO_WM_TEMPLATE_CATEGORY" val="custom"/>
  <p:tag name="KSO_WM_TEMPLATE_INDEX" val="160563"/>
  <p:tag name="KSO_WM_TAG_VERSION" val="1.0"/>
  <p:tag name="KSO_WM_SLIDE_ID" val="custom160563_12"/>
  <p:tag name="KSO_WM_SLIDE_INDEX" val="12"/>
  <p:tag name="KSO_WM_SLIDE_ITEM_CNT" val="1"/>
  <p:tag name="KSO_WM_SLIDE_LAYOUT" val="a_e"/>
  <p:tag name="KSO_WM_SLIDE_LAYOUT_CNT" val="1_1"/>
  <p:tag name="KSO_WM_SLIDE_TYPE" val="sectionTitle"/>
  <p:tag name="KSO_WM_BEAUTIFY_FLAG" val="#wm#"/>
</p:tagLst>
</file>

<file path=ppt/tags/tag5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8*i*0"/>
  <p:tag name="KSO_WM_TEMPLATE_CATEGORY" val="custom"/>
  <p:tag name="KSO_WM_TEMPLATE_INDEX" val="160563"/>
  <p:tag name="KSO_WM_UNIT_INDEX" val="0"/>
</p:tagLst>
</file>

<file path=ppt/tags/tag5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1"/>
  <p:tag name="KSO_WM_UNIT_TYPE" val="l_h_f"/>
  <p:tag name="KSO_WM_UNIT_INDEX" val="1_1_1"/>
  <p:tag name="KSO_WM_UNIT_ID" val="custom160563_18*l_h_f*1_1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5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1"/>
  <p:tag name="KSO_WM_UNIT_TYPE" val="l_i"/>
  <p:tag name="KSO_WM_UNIT_INDEX" val="1_1"/>
  <p:tag name="KSO_WM_UNIT_ID" val="custom160563_18*l_i*1_1"/>
  <p:tag name="KSO_WM_UNIT_CLEAR" val="1"/>
  <p:tag name="KSO_WM_UNIT_LAYERLEVEL" val="1_1"/>
  <p:tag name="KSO_WM_DIAGRAM_GROUP_CODE" val="l1-2"/>
</p:tagLst>
</file>

<file path=ppt/tags/tag5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1"/>
  <p:tag name="KSO_WM_UNIT_TYPE" val="l_i"/>
  <p:tag name="KSO_WM_UNIT_INDEX" val="1_2"/>
  <p:tag name="KSO_WM_UNIT_ID" val="custom160563_18*l_i*1_2"/>
  <p:tag name="KSO_WM_UNIT_CLEAR" val="1"/>
  <p:tag name="KSO_WM_UNIT_LAYERLEVEL" val="1_1"/>
  <p:tag name="KSO_WM_DIAGRAM_GROUP_CODE" val="l1-2"/>
</p:tagLst>
</file>

<file path=ppt/tags/tag5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2"/>
  <p:tag name="KSO_WM_UNIT_TYPE" val="l_i"/>
  <p:tag name="KSO_WM_UNIT_INDEX" val="1_3"/>
  <p:tag name="KSO_WM_UNIT_ID" val="custom160563_18*l_i*1_3"/>
  <p:tag name="KSO_WM_UNIT_CLEAR" val="1"/>
  <p:tag name="KSO_WM_UNIT_LAYERLEVEL" val="1_1"/>
  <p:tag name="KSO_WM_DIAGRAM_GROUP_CODE" val="l1-2"/>
</p:tagLst>
</file>

<file path=ppt/tags/tag5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8*i*9"/>
  <p:tag name="KSO_WM_TEMPLATE_CATEGORY" val="custom"/>
  <p:tag name="KSO_WM_TEMPLATE_INDEX" val="160563"/>
  <p:tag name="KSO_WM_UNIT_INDEX" val="9"/>
</p:tagLst>
</file>

<file path=ppt/tags/tag5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2"/>
  <p:tag name="KSO_WM_UNIT_TYPE" val="l_h_f"/>
  <p:tag name="KSO_WM_UNIT_INDEX" val="1_2_1"/>
  <p:tag name="KSO_WM_UNIT_ID" val="custom160563_18*l_h_f*1_2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5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3"/>
  <p:tag name="KSO_WM_UNIT_TYPE" val="l_i"/>
  <p:tag name="KSO_WM_UNIT_INDEX" val="1_4"/>
  <p:tag name="KSO_WM_UNIT_ID" val="custom160563_18*l_i*1_4"/>
  <p:tag name="KSO_WM_UNIT_CLEAR" val="1"/>
  <p:tag name="KSO_WM_UNIT_LAYERLEVEL" val="1_1"/>
  <p:tag name="KSO_WM_DIAGRAM_GROUP_CODE" val="l1-2"/>
</p:tagLst>
</file>

<file path=ppt/tags/tag5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2"/>
  <p:tag name="KSO_WM_UNIT_TYPE" val="l_i"/>
  <p:tag name="KSO_WM_UNIT_INDEX" val="1_5"/>
  <p:tag name="KSO_WM_UNIT_ID" val="custom160563_18*l_i*1_5"/>
  <p:tag name="KSO_WM_UNIT_CLEAR" val="1"/>
  <p:tag name="KSO_WM_UNIT_LAYERLEVEL" val="1_1"/>
  <p:tag name="KSO_WM_DIAGRAM_GROUP_CODE" val="l1-2"/>
</p:tagLst>
</file>

<file path=ppt/tags/tag5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4"/>
  <p:tag name="KSO_WM_UNIT_TYPE" val="l_i"/>
  <p:tag name="KSO_WM_UNIT_INDEX" val="1_6"/>
  <p:tag name="KSO_WM_UNIT_ID" val="custom160563_18*l_i*1_6"/>
  <p:tag name="KSO_WM_UNIT_CLEAR" val="1"/>
  <p:tag name="KSO_WM_UNIT_LAYERLEVEL" val="1_1"/>
  <p:tag name="KSO_WM_DIAGRAM_GROUP_CODE" val="l1-2"/>
</p:tagLst>
</file>

<file path=ppt/tags/tag6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8*i*18"/>
  <p:tag name="KSO_WM_TEMPLATE_CATEGORY" val="custom"/>
  <p:tag name="KSO_WM_TEMPLATE_INDEX" val="160563"/>
  <p:tag name="KSO_WM_UNIT_INDEX" val="18"/>
</p:tagLst>
</file>

<file path=ppt/tags/tag6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1"/>
  <p:tag name="KSO_WM_UNIT_TYPE" val="l_h_f"/>
  <p:tag name="KSO_WM_UNIT_INDEX" val="1_3_1"/>
  <p:tag name="KSO_WM_UNIT_ID" val="custom160563_18*l_h_f*1_3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6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1"/>
  <p:tag name="KSO_WM_UNIT_TYPE" val="l_i"/>
  <p:tag name="KSO_WM_UNIT_INDEX" val="1_7"/>
  <p:tag name="KSO_WM_UNIT_ID" val="custom160563_18*l_i*1_7"/>
  <p:tag name="KSO_WM_UNIT_CLEAR" val="1"/>
  <p:tag name="KSO_WM_UNIT_LAYERLEVEL" val="1_1"/>
  <p:tag name="KSO_WM_DIAGRAM_GROUP_CODE" val="l1-2"/>
</p:tagLst>
</file>

<file path=ppt/tags/tag6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1"/>
  <p:tag name="KSO_WM_UNIT_TYPE" val="l_i"/>
  <p:tag name="KSO_WM_UNIT_INDEX" val="1_8"/>
  <p:tag name="KSO_WM_UNIT_ID" val="custom160563_18*l_i*1_8"/>
  <p:tag name="KSO_WM_UNIT_CLEAR" val="1"/>
  <p:tag name="KSO_WM_UNIT_LAYERLEVEL" val="1_1"/>
  <p:tag name="KSO_WM_DIAGRAM_GROUP_CODE" val="l1-2"/>
</p:tagLst>
</file>

<file path=ppt/tags/tag6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2"/>
  <p:tag name="KSO_WM_UNIT_TYPE" val="l_i"/>
  <p:tag name="KSO_WM_UNIT_INDEX" val="1_9"/>
  <p:tag name="KSO_WM_UNIT_ID" val="custom160563_18*l_i*1_9"/>
  <p:tag name="KSO_WM_UNIT_CLEAR" val="1"/>
  <p:tag name="KSO_WM_UNIT_LAYERLEVEL" val="1_1"/>
  <p:tag name="KSO_WM_DIAGRAM_GROUP_CODE" val="l1-2"/>
</p:tagLst>
</file>

<file path=ppt/tags/tag6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8*i*27"/>
  <p:tag name="KSO_WM_TEMPLATE_CATEGORY" val="custom"/>
  <p:tag name="KSO_WM_TEMPLATE_INDEX" val="160563"/>
  <p:tag name="KSO_WM_UNIT_INDEX" val="27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2"/>
  <p:tag name="KSO_WM_UNIT_TYPE" val="l_h_f"/>
  <p:tag name="KSO_WM_UNIT_INDEX" val="1_4_1"/>
  <p:tag name="KSO_WM_UNIT_ID" val="custom160563_18*l_h_f*1_4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3"/>
  <p:tag name="KSO_WM_UNIT_TYPE" val="l_i"/>
  <p:tag name="KSO_WM_UNIT_INDEX" val="1_10"/>
  <p:tag name="KSO_WM_UNIT_ID" val="custom160563_18*l_i*1_10"/>
  <p:tag name="KSO_WM_UNIT_CLEAR" val="1"/>
  <p:tag name="KSO_WM_UNIT_LAYERLEVEL" val="1_1"/>
  <p:tag name="KSO_WM_DIAGRAM_GROUP_CODE" val="l1-2"/>
</p:tagLst>
</file>

<file path=ppt/tags/tag6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2"/>
  <p:tag name="KSO_WM_UNIT_TYPE" val="l_i"/>
  <p:tag name="KSO_WM_UNIT_INDEX" val="1_11"/>
  <p:tag name="KSO_WM_UNIT_ID" val="custom160563_18*l_i*1_11"/>
  <p:tag name="KSO_WM_UNIT_CLEAR" val="1"/>
  <p:tag name="KSO_WM_UNIT_LAYERLEVEL" val="1_1"/>
  <p:tag name="KSO_WM_DIAGRAM_GROUP_CODE" val="l1-2"/>
</p:tagLst>
</file>

<file path=ppt/tags/tag6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4"/>
  <p:tag name="KSO_WM_UNIT_TYPE" val="l_i"/>
  <p:tag name="KSO_WM_UNIT_INDEX" val="1_12"/>
  <p:tag name="KSO_WM_UNIT_ID" val="custom160563_18*l_i*1_12"/>
  <p:tag name="KSO_WM_UNIT_CLEAR" val="1"/>
  <p:tag name="KSO_WM_UNIT_LAYERLEVEL" val="1_1"/>
  <p:tag name="KSO_WM_DIAGRAM_GROUP_CODE" val="l1-2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8*i*36"/>
  <p:tag name="KSO_WM_TEMPLATE_CATEGORY" val="custom"/>
  <p:tag name="KSO_WM_TEMPLATE_INDEX" val="160563"/>
  <p:tag name="KSO_WM_UNIT_INDEX" val="36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1"/>
  <p:tag name="KSO_WM_UNIT_TYPE" val="l_h_f"/>
  <p:tag name="KSO_WM_UNIT_INDEX" val="1_5_1"/>
  <p:tag name="KSO_WM_UNIT_ID" val="custom160563_18*l_h_f*1_5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7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1"/>
  <p:tag name="KSO_WM_UNIT_TYPE" val="l_i"/>
  <p:tag name="KSO_WM_UNIT_INDEX" val="1_13"/>
  <p:tag name="KSO_WM_UNIT_ID" val="custom160563_18*l_i*1_13"/>
  <p:tag name="KSO_WM_UNIT_CLEAR" val="1"/>
  <p:tag name="KSO_WM_UNIT_LAYERLEVEL" val="1_1"/>
  <p:tag name="KSO_WM_DIAGRAM_GROUP_CODE" val="l1-2"/>
</p:tagLst>
</file>

<file path=ppt/tags/tag7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1"/>
  <p:tag name="KSO_WM_UNIT_TYPE" val="l_i"/>
  <p:tag name="KSO_WM_UNIT_INDEX" val="1_14"/>
  <p:tag name="KSO_WM_UNIT_ID" val="custom160563_18*l_i*1_14"/>
  <p:tag name="KSO_WM_UNIT_CLEAR" val="1"/>
  <p:tag name="KSO_WM_UNIT_LAYERLEVEL" val="1_1"/>
  <p:tag name="KSO_WM_DIAGRAM_GROUP_CODE" val="l1-2"/>
</p:tagLst>
</file>

<file path=ppt/tags/tag7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2"/>
  <p:tag name="KSO_WM_UNIT_TYPE" val="l_i"/>
  <p:tag name="KSO_WM_UNIT_INDEX" val="1_15"/>
  <p:tag name="KSO_WM_UNIT_ID" val="custom160563_18*l_i*1_15"/>
  <p:tag name="KSO_WM_UNIT_CLEAR" val="1"/>
  <p:tag name="KSO_WM_UNIT_LAYERLEVEL" val="1_1"/>
  <p:tag name="KSO_WM_DIAGRAM_GROUP_CODE" val="l1-2"/>
</p:tagLst>
</file>

<file path=ppt/tags/tag7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8*i*45"/>
  <p:tag name="KSO_WM_TEMPLATE_CATEGORY" val="custom"/>
  <p:tag name="KSO_WM_TEMPLATE_INDEX" val="160563"/>
  <p:tag name="KSO_WM_UNIT_INDEX" val="45"/>
</p:tagLst>
</file>

<file path=ppt/tags/tag7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2"/>
  <p:tag name="KSO_WM_UNIT_TYPE" val="l_h_f"/>
  <p:tag name="KSO_WM_UNIT_INDEX" val="1_6_1"/>
  <p:tag name="KSO_WM_UNIT_ID" val="custom160563_18*l_h_f*1_6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7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3"/>
  <p:tag name="KSO_WM_UNIT_TYPE" val="l_i"/>
  <p:tag name="KSO_WM_UNIT_INDEX" val="1_16"/>
  <p:tag name="KSO_WM_UNIT_ID" val="custom160563_18*l_i*1_16"/>
  <p:tag name="KSO_WM_UNIT_CLEAR" val="1"/>
  <p:tag name="KSO_WM_UNIT_LAYERLEVEL" val="1_1"/>
  <p:tag name="KSO_WM_DIAGRAM_GROUP_CODE" val="l1-2"/>
</p:tagLst>
</file>

<file path=ppt/tags/tag7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2"/>
  <p:tag name="KSO_WM_UNIT_TYPE" val="l_i"/>
  <p:tag name="KSO_WM_UNIT_INDEX" val="1_17"/>
  <p:tag name="KSO_WM_UNIT_ID" val="custom160563_18*l_i*1_17"/>
  <p:tag name="KSO_WM_UNIT_CLEAR" val="1"/>
  <p:tag name="KSO_WM_UNIT_LAYERLEVEL" val="1_1"/>
  <p:tag name="KSO_WM_DIAGRAM_GROUP_CODE" val="l1-2"/>
</p:tagLst>
</file>

<file path=ppt/tags/tag7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4"/>
  <p:tag name="KSO_WM_UNIT_TYPE" val="l_i"/>
  <p:tag name="KSO_WM_UNIT_INDEX" val="1_18"/>
  <p:tag name="KSO_WM_UNIT_ID" val="custom160563_18*l_i*1_18"/>
  <p:tag name="KSO_WM_UNIT_CLEAR" val="1"/>
  <p:tag name="KSO_WM_UNIT_LAYERLEVEL" val="1_1"/>
  <p:tag name="KSO_WM_DIAGRAM_GROUP_CODE" val="l1-2"/>
</p:tagLst>
</file>

<file path=ppt/tags/tag8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PageTitle"/>
  <p:tag name="MH_ORDER" val="PageTitle"/>
  <p:tag name="KSO_WM_UNIT_TYPE" val="a"/>
  <p:tag name="KSO_WM_UNIT_INDEX" val="1"/>
  <p:tag name="KSO_WM_UNIT_ID" val="custom160563_18*a*1"/>
  <p:tag name="KSO_WM_UNIT_CLEAR" val="1"/>
  <p:tag name="KSO_WM_UNIT_LAYERLEVEL" val="1"/>
  <p:tag name="KSO_WM_UNIT_VALUE" val="2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1.xml><?xml version="1.0" encoding="utf-8"?>
<p:tagLst xmlns:p="http://schemas.openxmlformats.org/presentationml/2006/main">
  <p:tag name="MH_TYPE" val="#NeiR#"/>
  <p:tag name="MH_NUMBER" val="3"/>
  <p:tag name="MH_CATEGORY" val="#BingLLB#"/>
  <p:tag name="MH_LAYOUT" val="SubTitleText"/>
  <p:tag name="MH" val="20150923111220"/>
  <p:tag name="MH_LIBRARY" val="GRAPHIC"/>
  <p:tag name="KSO_WM_TEMPLATE_CATEGORY" val="custom"/>
  <p:tag name="KSO_WM_TEMPLATE_INDEX" val="160563"/>
  <p:tag name="KSO_WM_TAG_VERSION" val="1.0"/>
  <p:tag name="KSO_WM_SLIDE_ID" val="custom160563_18"/>
  <p:tag name="KSO_WM_SLIDE_INDEX" val="18"/>
  <p:tag name="KSO_WM_SLIDE_ITEM_CNT" val="6"/>
  <p:tag name="KSO_WM_SLIDE_LAYOUT" val="a_l"/>
  <p:tag name="KSO_WM_SLIDE_LAYOUT_CNT" val="1_1"/>
  <p:tag name="KSO_WM_SLIDE_TYPE" val="text"/>
  <p:tag name="KSO_WM_BEAUTIFY_FLAG" val="#wm#"/>
  <p:tag name="KSO_WM_SLIDE_POSITION" val="30*123"/>
  <p:tag name="KSO_WM_SLIDE_SIZE" val="899*369"/>
  <p:tag name="KSO_WM_DIAGRAM_GROUP_CODE" val="l1-2"/>
</p:tagLst>
</file>

<file path=ppt/tags/tag8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4*i*0"/>
  <p:tag name="KSO_WM_TEMPLATE_CATEGORY" val="custom"/>
  <p:tag name="KSO_WM_TEMPLATE_INDEX" val="160563"/>
  <p:tag name="KSO_WM_UNIT_INDEX" val="0"/>
</p:tagLst>
</file>

<file path=ppt/tags/tag8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1"/>
  <p:tag name="KSO_WM_UNIT_TYPE" val="l_h_f"/>
  <p:tag name="KSO_WM_UNIT_INDEX" val="1_1_1"/>
  <p:tag name="KSO_WM_UNIT_ID" val="custom160563_14*l_h_f*1_1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8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1"/>
  <p:tag name="KSO_WM_UNIT_TYPE" val="l_i"/>
  <p:tag name="KSO_WM_UNIT_INDEX" val="1_1"/>
  <p:tag name="KSO_WM_UNIT_ID" val="custom160563_14*l_i*1_1"/>
  <p:tag name="KSO_WM_UNIT_CLEAR" val="1"/>
  <p:tag name="KSO_WM_UNIT_LAYERLEVEL" val="1_1"/>
  <p:tag name="KSO_WM_DIAGRAM_GROUP_CODE" val="l1-2"/>
</p:tagLst>
</file>

<file path=ppt/tags/tag8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1"/>
  <p:tag name="KSO_WM_UNIT_TYPE" val="l_i"/>
  <p:tag name="KSO_WM_UNIT_INDEX" val="1_2"/>
  <p:tag name="KSO_WM_UNIT_ID" val="custom160563_14*l_i*1_2"/>
  <p:tag name="KSO_WM_UNIT_CLEAR" val="1"/>
  <p:tag name="KSO_WM_UNIT_LAYERLEVEL" val="1_1"/>
  <p:tag name="KSO_WM_DIAGRAM_GROUP_CODE" val="l1-2"/>
</p:tagLst>
</file>

<file path=ppt/tags/tag8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2"/>
  <p:tag name="KSO_WM_UNIT_TYPE" val="l_i"/>
  <p:tag name="KSO_WM_UNIT_INDEX" val="1_3"/>
  <p:tag name="KSO_WM_UNIT_ID" val="custom160563_14*l_i*1_3"/>
  <p:tag name="KSO_WM_UNIT_CLEAR" val="1"/>
  <p:tag name="KSO_WM_UNIT_LAYERLEVEL" val="1_1"/>
  <p:tag name="KSO_WM_DIAGRAM_GROUP_CODE" val="l1-2"/>
</p:tagLst>
</file>

<file path=ppt/tags/tag8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4*i*9"/>
  <p:tag name="KSO_WM_TEMPLATE_CATEGORY" val="custom"/>
  <p:tag name="KSO_WM_TEMPLATE_INDEX" val="160563"/>
  <p:tag name="KSO_WM_UNIT_INDEX" val="9"/>
</p:tagLst>
</file>

<file path=ppt/tags/tag8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2"/>
  <p:tag name="KSO_WM_UNIT_TYPE" val="l_h_f"/>
  <p:tag name="KSO_WM_UNIT_INDEX" val="1_2_1"/>
  <p:tag name="KSO_WM_UNIT_ID" val="custom160563_14*l_h_f*1_2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3"/>
  <p:tag name="KSO_WM_UNIT_TYPE" val="l_i"/>
  <p:tag name="KSO_WM_UNIT_INDEX" val="1_4"/>
  <p:tag name="KSO_WM_UNIT_ID" val="custom160563_14*l_i*1_4"/>
  <p:tag name="KSO_WM_UNIT_CLEAR" val="1"/>
  <p:tag name="KSO_WM_UNIT_LAYERLEVEL" val="1_1"/>
  <p:tag name="KSO_WM_DIAGRAM_GROUP_CODE" val="l1-2"/>
</p:tagLst>
</file>

<file path=ppt/tags/tag9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2"/>
  <p:tag name="KSO_WM_UNIT_TYPE" val="l_i"/>
  <p:tag name="KSO_WM_UNIT_INDEX" val="1_5"/>
  <p:tag name="KSO_WM_UNIT_ID" val="custom160563_14*l_i*1_5"/>
  <p:tag name="KSO_WM_UNIT_CLEAR" val="1"/>
  <p:tag name="KSO_WM_UNIT_LAYERLEVEL" val="1_1"/>
  <p:tag name="KSO_WM_DIAGRAM_GROUP_CODE" val="l1-2"/>
</p:tagLst>
</file>

<file path=ppt/tags/tag9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4"/>
  <p:tag name="KSO_WM_UNIT_TYPE" val="l_i"/>
  <p:tag name="KSO_WM_UNIT_INDEX" val="1_6"/>
  <p:tag name="KSO_WM_UNIT_ID" val="custom160563_14*l_i*1_6"/>
  <p:tag name="KSO_WM_UNIT_CLEAR" val="1"/>
  <p:tag name="KSO_WM_UNIT_LAYERLEVEL" val="1_1"/>
  <p:tag name="KSO_WM_DIAGRAM_GROUP_CODE" val="l1-2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PageTitle"/>
  <p:tag name="MH_ORDER" val="PageTitle"/>
  <p:tag name="KSO_WM_UNIT_TYPE" val="a"/>
  <p:tag name="KSO_WM_UNIT_INDEX" val="1"/>
  <p:tag name="KSO_WM_UNIT_ID" val="custom160563_14*a*1"/>
  <p:tag name="KSO_WM_UNIT_CLEAR" val="1"/>
  <p:tag name="KSO_WM_UNIT_LAYERLEVEL" val="1"/>
  <p:tag name="KSO_WM_UNIT_VALUE" val="2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3.xml><?xml version="1.0" encoding="utf-8"?>
<p:tagLst xmlns:p="http://schemas.openxmlformats.org/presentationml/2006/main">
  <p:tag name="MH_TYPE" val="#NeiR#"/>
  <p:tag name="MH_NUMBER" val="3"/>
  <p:tag name="MH_CATEGORY" val="#BingLLB#"/>
  <p:tag name="MH_LAYOUT" val="SubTitleText"/>
  <p:tag name="MH" val="20150923111220"/>
  <p:tag name="MH_LIBRARY" val="GRAPHIC"/>
  <p:tag name="KSO_WM_TEMPLATE_CATEGORY" val="custom"/>
  <p:tag name="KSO_WM_TEMPLATE_INDEX" val="160563"/>
  <p:tag name="KSO_WM_TAG_VERSION" val="1.0"/>
  <p:tag name="KSO_WM_SLIDE_ID" val="custom160563_14"/>
  <p:tag name="KSO_WM_SLIDE_INDEX" val="14"/>
  <p:tag name="KSO_WM_SLIDE_ITEM_CNT" val="2"/>
  <p:tag name="KSO_WM_SLIDE_LAYOUT" val="a_l"/>
  <p:tag name="KSO_WM_SLIDE_LAYOUT_CNT" val="1_1"/>
  <p:tag name="KSO_WM_SLIDE_TYPE" val="text"/>
  <p:tag name="KSO_WM_BEAUTIFY_FLAG" val="#wm#"/>
  <p:tag name="KSO_WM_SLIDE_POSITION" val="71*145"/>
  <p:tag name="KSO_WM_SLIDE_SIZE" val="817*296"/>
  <p:tag name="KSO_WM_DIAGRAM_GROUP_CODE" val="l1-2"/>
</p:tagLst>
</file>

<file path=ppt/tags/tag9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KSO_WM_UNIT_TYPE" val="a"/>
  <p:tag name="KSO_WM_UNIT_INDEX" val="1"/>
  <p:tag name="KSO_WM_UNIT_ID" val="custom160563_1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KSO_WM_UNIT_TYPE" val="e"/>
  <p:tag name="KSO_WM_UNIT_INDEX" val="1"/>
  <p:tag name="KSO_WM_UNIT_ID" val="custom160563_12*e*1"/>
  <p:tag name="KSO_WM_UNIT_CLEAR" val="1"/>
  <p:tag name="KSO_WM_UNIT_LAYERLEVEL" val="1"/>
  <p:tag name="KSO_WM_UNIT_VALUE" val="6"/>
  <p:tag name="KSO_WM_UNIT_HIGHLIGHT" val="0"/>
  <p:tag name="KSO_WM_UNIT_COMPATIBLE" val="1"/>
  <p:tag name="KSO_WM_UNIT_PRESET_TEXT" val="01"/>
</p:tagLst>
</file>

<file path=ppt/tags/tag96.xml><?xml version="1.0" encoding="utf-8"?>
<p:tagLst xmlns:p="http://schemas.openxmlformats.org/presentationml/2006/main">
  <p:tag name="KSO_WM_TEMPLATE_CATEGORY" val="custom"/>
  <p:tag name="KSO_WM_TEMPLATE_INDEX" val="160563"/>
  <p:tag name="KSO_WM_TAG_VERSION" val="1.0"/>
  <p:tag name="KSO_WM_SLIDE_ID" val="custom160563_12"/>
  <p:tag name="KSO_WM_SLIDE_INDEX" val="12"/>
  <p:tag name="KSO_WM_SLIDE_ITEM_CNT" val="1"/>
  <p:tag name="KSO_WM_SLIDE_LAYOUT" val="a_e"/>
  <p:tag name="KSO_WM_SLIDE_LAYOUT_CNT" val="1_1"/>
  <p:tag name="KSO_WM_SLIDE_TYPE" val="sectionTitle"/>
  <p:tag name="KSO_WM_BEAUTIFY_FLAG" val="#wm#"/>
</p:tagLst>
</file>

<file path=ppt/tags/tag9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8*i*0"/>
  <p:tag name="KSO_WM_TEMPLATE_CATEGORY" val="custom"/>
  <p:tag name="KSO_WM_TEMPLATE_INDEX" val="160563"/>
  <p:tag name="KSO_WM_UNIT_INDEX" val="0"/>
</p:tagLst>
</file>

<file path=ppt/tags/tag9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1"/>
  <p:tag name="KSO_WM_UNIT_TYPE" val="l_i"/>
  <p:tag name="KSO_WM_UNIT_INDEX" val="1_1"/>
  <p:tag name="KSO_WM_UNIT_ID" val="custom160563_18*l_i*1_1"/>
  <p:tag name="KSO_WM_UNIT_CLEAR" val="1"/>
  <p:tag name="KSO_WM_UNIT_LAYERLEVEL" val="1_1"/>
  <p:tag name="KSO_WM_DIAGRAM_GROUP_CODE" val="l1-2"/>
</p:tagLst>
</file>

<file path=ppt/tags/tag9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1"/>
  <p:tag name="KSO_WM_UNIT_TYPE" val="l_i"/>
  <p:tag name="KSO_WM_UNIT_INDEX" val="1_2"/>
  <p:tag name="KSO_WM_UNIT_ID" val="custom160563_18*l_i*1_2"/>
  <p:tag name="KSO_WM_UNIT_CLEAR" val="1"/>
  <p:tag name="KSO_WM_UNIT_LAYERLEVEL" val="1_1"/>
  <p:tag name="KSO_WM_DIAGRAM_GROUP_CODE" val="l1-2"/>
</p:tagLst>
</file>

<file path=ppt/tags/tag10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2"/>
  <p:tag name="KSO_WM_UNIT_TYPE" val="l_i"/>
  <p:tag name="KSO_WM_UNIT_INDEX" val="1_3"/>
  <p:tag name="KSO_WM_UNIT_ID" val="custom160563_18*l_i*1_3"/>
  <p:tag name="KSO_WM_UNIT_CLEAR" val="1"/>
  <p:tag name="KSO_WM_UNIT_LAYERLEVEL" val="1_1"/>
  <p:tag name="KSO_WM_DIAGRAM_GROUP_CODE" val="l1-2"/>
</p:tagLst>
</file>

<file path=ppt/tags/tag10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8*i*9"/>
  <p:tag name="KSO_WM_TEMPLATE_CATEGORY" val="custom"/>
  <p:tag name="KSO_WM_TEMPLATE_INDEX" val="160563"/>
  <p:tag name="KSO_WM_UNIT_INDEX" val="9"/>
</p:tagLst>
</file>

<file path=ppt/tags/tag10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2"/>
  <p:tag name="KSO_WM_UNIT_TYPE" val="l_h_f"/>
  <p:tag name="KSO_WM_UNIT_INDEX" val="1_2_1"/>
  <p:tag name="KSO_WM_UNIT_ID" val="custom160563_18*l_h_f*1_2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10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3"/>
  <p:tag name="KSO_WM_UNIT_TYPE" val="l_i"/>
  <p:tag name="KSO_WM_UNIT_INDEX" val="1_4"/>
  <p:tag name="KSO_WM_UNIT_ID" val="custom160563_18*l_i*1_4"/>
  <p:tag name="KSO_WM_UNIT_CLEAR" val="1"/>
  <p:tag name="KSO_WM_UNIT_LAYERLEVEL" val="1_1"/>
  <p:tag name="KSO_WM_DIAGRAM_GROUP_CODE" val="l1-2"/>
</p:tagLst>
</file>

<file path=ppt/tags/tag10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2"/>
  <p:tag name="KSO_WM_UNIT_TYPE" val="l_i"/>
  <p:tag name="KSO_WM_UNIT_INDEX" val="1_5"/>
  <p:tag name="KSO_WM_UNIT_ID" val="custom160563_18*l_i*1_5"/>
  <p:tag name="KSO_WM_UNIT_CLEAR" val="1"/>
  <p:tag name="KSO_WM_UNIT_LAYERLEVEL" val="1_1"/>
  <p:tag name="KSO_WM_DIAGRAM_GROUP_CODE" val="l1-2"/>
</p:tagLst>
</file>

<file path=ppt/tags/tag10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4"/>
  <p:tag name="KSO_WM_UNIT_TYPE" val="l_i"/>
  <p:tag name="KSO_WM_UNIT_INDEX" val="1_6"/>
  <p:tag name="KSO_WM_UNIT_ID" val="custom160563_18*l_i*1_6"/>
  <p:tag name="KSO_WM_UNIT_CLEAR" val="1"/>
  <p:tag name="KSO_WM_UNIT_LAYERLEVEL" val="1_1"/>
  <p:tag name="KSO_WM_DIAGRAM_GROUP_CODE" val="l1-2"/>
</p:tagLst>
</file>

<file path=ppt/tags/tag10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8*i*18"/>
  <p:tag name="KSO_WM_TEMPLATE_CATEGORY" val="custom"/>
  <p:tag name="KSO_WM_TEMPLATE_INDEX" val="160563"/>
  <p:tag name="KSO_WM_UNIT_INDEX" val="18"/>
</p:tagLst>
</file>

<file path=ppt/tags/tag10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1"/>
  <p:tag name="KSO_WM_UNIT_TYPE" val="l_h_f"/>
  <p:tag name="KSO_WM_UNIT_INDEX" val="1_3_1"/>
  <p:tag name="KSO_WM_UNIT_ID" val="custom160563_18*l_h_f*1_3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10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1"/>
  <p:tag name="KSO_WM_UNIT_TYPE" val="l_i"/>
  <p:tag name="KSO_WM_UNIT_INDEX" val="1_7"/>
  <p:tag name="KSO_WM_UNIT_ID" val="custom160563_18*l_i*1_7"/>
  <p:tag name="KSO_WM_UNIT_CLEAR" val="1"/>
  <p:tag name="KSO_WM_UNIT_LAYERLEVEL" val="1_1"/>
  <p:tag name="KSO_WM_DIAGRAM_GROUP_CODE" val="l1-2"/>
</p:tagLst>
</file>

<file path=ppt/tags/tag10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1"/>
  <p:tag name="KSO_WM_UNIT_TYPE" val="l_i"/>
  <p:tag name="KSO_WM_UNIT_INDEX" val="1_8"/>
  <p:tag name="KSO_WM_UNIT_ID" val="custom160563_18*l_i*1_8"/>
  <p:tag name="KSO_WM_UNIT_CLEAR" val="1"/>
  <p:tag name="KSO_WM_UNIT_LAYERLEVEL" val="1_1"/>
  <p:tag name="KSO_WM_DIAGRAM_GROUP_CODE" val="l1-2"/>
</p:tagLst>
</file>

<file path=ppt/tags/tag11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2"/>
  <p:tag name="KSO_WM_UNIT_TYPE" val="l_i"/>
  <p:tag name="KSO_WM_UNIT_INDEX" val="1_9"/>
  <p:tag name="KSO_WM_UNIT_ID" val="custom160563_18*l_i*1_9"/>
  <p:tag name="KSO_WM_UNIT_CLEAR" val="1"/>
  <p:tag name="KSO_WM_UNIT_LAYERLEVEL" val="1_1"/>
  <p:tag name="KSO_WM_DIAGRAM_GROUP_CODE" val="l1-2"/>
</p:tagLst>
</file>

<file path=ppt/tags/tag1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8*i*27"/>
  <p:tag name="KSO_WM_TEMPLATE_CATEGORY" val="custom"/>
  <p:tag name="KSO_WM_TEMPLATE_INDEX" val="160563"/>
  <p:tag name="KSO_WM_UNIT_INDEX" val="27"/>
</p:tagLst>
</file>

<file path=ppt/tags/tag11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2"/>
  <p:tag name="KSO_WM_UNIT_TYPE" val="l_h_f"/>
  <p:tag name="KSO_WM_UNIT_INDEX" val="1_4_1"/>
  <p:tag name="KSO_WM_UNIT_ID" val="custom160563_18*l_h_f*1_4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11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3"/>
  <p:tag name="KSO_WM_UNIT_TYPE" val="l_i"/>
  <p:tag name="KSO_WM_UNIT_INDEX" val="1_10"/>
  <p:tag name="KSO_WM_UNIT_ID" val="custom160563_18*l_i*1_10"/>
  <p:tag name="KSO_WM_UNIT_CLEAR" val="1"/>
  <p:tag name="KSO_WM_UNIT_LAYERLEVEL" val="1_1"/>
  <p:tag name="KSO_WM_DIAGRAM_GROUP_CODE" val="l1-2"/>
</p:tagLst>
</file>

<file path=ppt/tags/tag11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2"/>
  <p:tag name="KSO_WM_UNIT_TYPE" val="l_i"/>
  <p:tag name="KSO_WM_UNIT_INDEX" val="1_11"/>
  <p:tag name="KSO_WM_UNIT_ID" val="custom160563_18*l_i*1_11"/>
  <p:tag name="KSO_WM_UNIT_CLEAR" val="1"/>
  <p:tag name="KSO_WM_UNIT_LAYERLEVEL" val="1_1"/>
  <p:tag name="KSO_WM_DIAGRAM_GROUP_CODE" val="l1-2"/>
</p:tagLst>
</file>

<file path=ppt/tags/tag11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4"/>
  <p:tag name="KSO_WM_UNIT_TYPE" val="l_i"/>
  <p:tag name="KSO_WM_UNIT_INDEX" val="1_12"/>
  <p:tag name="KSO_WM_UNIT_ID" val="custom160563_18*l_i*1_12"/>
  <p:tag name="KSO_WM_UNIT_CLEAR" val="1"/>
  <p:tag name="KSO_WM_UNIT_LAYERLEVEL" val="1_1"/>
  <p:tag name="KSO_WM_DIAGRAM_GROUP_CODE" val="l1-2"/>
</p:tagLst>
</file>

<file path=ppt/tags/tag11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1"/>
  <p:tag name="KSO_WM_UNIT_TYPE" val="l_h_f"/>
  <p:tag name="KSO_WM_UNIT_INDEX" val="1_5_1"/>
  <p:tag name="KSO_WM_UNIT_ID" val="custom160563_18*l_h_f*1_5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11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PageTitle"/>
  <p:tag name="MH_ORDER" val="PageTitle"/>
  <p:tag name="KSO_WM_UNIT_TYPE" val="a"/>
  <p:tag name="KSO_WM_UNIT_INDEX" val="1"/>
  <p:tag name="KSO_WM_UNIT_ID" val="custom160563_18*a*1"/>
  <p:tag name="KSO_WM_UNIT_CLEAR" val="1"/>
  <p:tag name="KSO_WM_UNIT_LAYERLEVEL" val="1"/>
  <p:tag name="KSO_WM_UNIT_VALUE" val="2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8*i*0"/>
  <p:tag name="KSO_WM_TEMPLATE_CATEGORY" val="custom"/>
  <p:tag name="KSO_WM_TEMPLATE_INDEX" val="160563"/>
  <p:tag name="KSO_WM_UNIT_INDEX" val="0"/>
</p:tagLst>
</file>

<file path=ppt/tags/tag11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1"/>
  <p:tag name="KSO_WM_UNIT_TYPE" val="l_h_f"/>
  <p:tag name="KSO_WM_UNIT_INDEX" val="1_1_1"/>
  <p:tag name="KSO_WM_UNIT_ID" val="custom160563_18*l_h_f*1_1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12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1"/>
  <p:tag name="KSO_WM_UNIT_TYPE" val="l_i"/>
  <p:tag name="KSO_WM_UNIT_INDEX" val="1_1"/>
  <p:tag name="KSO_WM_UNIT_ID" val="custom160563_18*l_i*1_1"/>
  <p:tag name="KSO_WM_UNIT_CLEAR" val="1"/>
  <p:tag name="KSO_WM_UNIT_LAYERLEVEL" val="1_1"/>
  <p:tag name="KSO_WM_DIAGRAM_GROUP_CODE" val="l1-2"/>
</p:tagLst>
</file>

<file path=ppt/tags/tag12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1"/>
  <p:tag name="KSO_WM_UNIT_TYPE" val="l_i"/>
  <p:tag name="KSO_WM_UNIT_INDEX" val="1_2"/>
  <p:tag name="KSO_WM_UNIT_ID" val="custom160563_18*l_i*1_2"/>
  <p:tag name="KSO_WM_UNIT_CLEAR" val="1"/>
  <p:tag name="KSO_WM_UNIT_LAYERLEVEL" val="1_1"/>
  <p:tag name="KSO_WM_DIAGRAM_GROUP_CODE" val="l1-2"/>
</p:tagLst>
</file>

<file path=ppt/tags/tag12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2"/>
  <p:tag name="KSO_WM_UNIT_TYPE" val="l_i"/>
  <p:tag name="KSO_WM_UNIT_INDEX" val="1_3"/>
  <p:tag name="KSO_WM_UNIT_ID" val="custom160563_18*l_i*1_3"/>
  <p:tag name="KSO_WM_UNIT_CLEAR" val="1"/>
  <p:tag name="KSO_WM_UNIT_LAYERLEVEL" val="1_1"/>
  <p:tag name="KSO_WM_DIAGRAM_GROUP_CODE" val="l1-2"/>
</p:tagLst>
</file>

<file path=ppt/tags/tag123.xml><?xml version="1.0" encoding="utf-8"?>
<p:tagLst xmlns:p="http://schemas.openxmlformats.org/presentationml/2006/main">
  <p:tag name="MH_TYPE" val="#NeiR#"/>
  <p:tag name="MH_NUMBER" val="3"/>
  <p:tag name="MH_CATEGORY" val="#BingLLB#"/>
  <p:tag name="MH_LAYOUT" val="SubTitleText"/>
  <p:tag name="MH" val="20150923111220"/>
  <p:tag name="MH_LIBRARY" val="GRAPHIC"/>
  <p:tag name="KSO_WM_TEMPLATE_CATEGORY" val="custom"/>
  <p:tag name="KSO_WM_TEMPLATE_INDEX" val="160563"/>
  <p:tag name="KSO_WM_TAG_VERSION" val="1.0"/>
  <p:tag name="KSO_WM_SLIDE_ID" val="custom160563_18"/>
  <p:tag name="KSO_WM_SLIDE_INDEX" val="18"/>
  <p:tag name="KSO_WM_SLIDE_ITEM_CNT" val="6"/>
  <p:tag name="KSO_WM_SLIDE_LAYOUT" val="a_l"/>
  <p:tag name="KSO_WM_SLIDE_LAYOUT_CNT" val="1_1"/>
  <p:tag name="KSO_WM_SLIDE_TYPE" val="text"/>
  <p:tag name="KSO_WM_BEAUTIFY_FLAG" val="#wm#"/>
  <p:tag name="KSO_WM_SLIDE_POSITION" val="30*123"/>
  <p:tag name="KSO_WM_SLIDE_SIZE" val="899*369"/>
  <p:tag name="KSO_WM_DIAGRAM_GROUP_CODE" val="l1-2"/>
</p:tagLst>
</file>

<file path=ppt/tags/tag1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8*i*9"/>
  <p:tag name="KSO_WM_TEMPLATE_CATEGORY" val="custom"/>
  <p:tag name="KSO_WM_TEMPLATE_INDEX" val="160563"/>
  <p:tag name="KSO_WM_UNIT_INDEX" val="9"/>
</p:tagLst>
</file>

<file path=ppt/tags/tag12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2"/>
  <p:tag name="KSO_WM_UNIT_TYPE" val="l_h_f"/>
  <p:tag name="KSO_WM_UNIT_INDEX" val="1_2_1"/>
  <p:tag name="KSO_WM_UNIT_ID" val="custom160563_18*l_h_f*1_2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12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3"/>
  <p:tag name="KSO_WM_UNIT_TYPE" val="l_i"/>
  <p:tag name="KSO_WM_UNIT_INDEX" val="1_4"/>
  <p:tag name="KSO_WM_UNIT_ID" val="custom160563_18*l_i*1_4"/>
  <p:tag name="KSO_WM_UNIT_CLEAR" val="1"/>
  <p:tag name="KSO_WM_UNIT_LAYERLEVEL" val="1_1"/>
  <p:tag name="KSO_WM_DIAGRAM_GROUP_CODE" val="l1-2"/>
</p:tagLst>
</file>

<file path=ppt/tags/tag12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2"/>
  <p:tag name="KSO_WM_UNIT_TYPE" val="l_i"/>
  <p:tag name="KSO_WM_UNIT_INDEX" val="1_5"/>
  <p:tag name="KSO_WM_UNIT_ID" val="custom160563_18*l_i*1_5"/>
  <p:tag name="KSO_WM_UNIT_CLEAR" val="1"/>
  <p:tag name="KSO_WM_UNIT_LAYERLEVEL" val="1_1"/>
  <p:tag name="KSO_WM_DIAGRAM_GROUP_CODE" val="l1-2"/>
</p:tagLst>
</file>

<file path=ppt/tags/tag12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4"/>
  <p:tag name="KSO_WM_UNIT_TYPE" val="l_i"/>
  <p:tag name="KSO_WM_UNIT_INDEX" val="1_6"/>
  <p:tag name="KSO_WM_UNIT_ID" val="custom160563_18*l_i*1_6"/>
  <p:tag name="KSO_WM_UNIT_CLEAR" val="1"/>
  <p:tag name="KSO_WM_UNIT_LAYERLEVEL" val="1_1"/>
  <p:tag name="KSO_WM_DIAGRAM_GROUP_CODE" val="l1-2"/>
</p:tagLst>
</file>

<file path=ppt/tags/tag1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8*i*18"/>
  <p:tag name="KSO_WM_TEMPLATE_CATEGORY" val="custom"/>
  <p:tag name="KSO_WM_TEMPLATE_INDEX" val="160563"/>
  <p:tag name="KSO_WM_UNIT_INDEX" val="18"/>
</p:tagLst>
</file>

<file path=ppt/tags/tag13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1"/>
  <p:tag name="KSO_WM_UNIT_TYPE" val="l_h_f"/>
  <p:tag name="KSO_WM_UNIT_INDEX" val="1_3_1"/>
  <p:tag name="KSO_WM_UNIT_ID" val="custom160563_18*l_h_f*1_3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13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1"/>
  <p:tag name="KSO_WM_UNIT_TYPE" val="l_i"/>
  <p:tag name="KSO_WM_UNIT_INDEX" val="1_7"/>
  <p:tag name="KSO_WM_UNIT_ID" val="custom160563_18*l_i*1_7"/>
  <p:tag name="KSO_WM_UNIT_CLEAR" val="1"/>
  <p:tag name="KSO_WM_UNIT_LAYERLEVEL" val="1_1"/>
  <p:tag name="KSO_WM_DIAGRAM_GROUP_CODE" val="l1-2"/>
</p:tagLst>
</file>

<file path=ppt/tags/tag13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1"/>
  <p:tag name="KSO_WM_UNIT_TYPE" val="l_i"/>
  <p:tag name="KSO_WM_UNIT_INDEX" val="1_8"/>
  <p:tag name="KSO_WM_UNIT_ID" val="custom160563_18*l_i*1_8"/>
  <p:tag name="KSO_WM_UNIT_CLEAR" val="1"/>
  <p:tag name="KSO_WM_UNIT_LAYERLEVEL" val="1_1"/>
  <p:tag name="KSO_WM_DIAGRAM_GROUP_CODE" val="l1-2"/>
</p:tagLst>
</file>

<file path=ppt/tags/tag13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2"/>
  <p:tag name="KSO_WM_UNIT_TYPE" val="l_i"/>
  <p:tag name="KSO_WM_UNIT_INDEX" val="1_9"/>
  <p:tag name="KSO_WM_UNIT_ID" val="custom160563_18*l_i*1_9"/>
  <p:tag name="KSO_WM_UNIT_CLEAR" val="1"/>
  <p:tag name="KSO_WM_UNIT_LAYERLEVEL" val="1_1"/>
  <p:tag name="KSO_WM_DIAGRAM_GROUP_CODE" val="l1-2"/>
</p:tagLst>
</file>

<file path=ppt/tags/tag1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8*i*27"/>
  <p:tag name="KSO_WM_TEMPLATE_CATEGORY" val="custom"/>
  <p:tag name="KSO_WM_TEMPLATE_INDEX" val="160563"/>
  <p:tag name="KSO_WM_UNIT_INDEX" val="27"/>
</p:tagLst>
</file>

<file path=ppt/tags/tag13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2"/>
  <p:tag name="KSO_WM_UNIT_TYPE" val="l_h_f"/>
  <p:tag name="KSO_WM_UNIT_INDEX" val="1_4_1"/>
  <p:tag name="KSO_WM_UNIT_ID" val="custom160563_18*l_h_f*1_4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13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3"/>
  <p:tag name="KSO_WM_UNIT_TYPE" val="l_i"/>
  <p:tag name="KSO_WM_UNIT_INDEX" val="1_10"/>
  <p:tag name="KSO_WM_UNIT_ID" val="custom160563_18*l_i*1_10"/>
  <p:tag name="KSO_WM_UNIT_CLEAR" val="1"/>
  <p:tag name="KSO_WM_UNIT_LAYERLEVEL" val="1_1"/>
  <p:tag name="KSO_WM_DIAGRAM_GROUP_CODE" val="l1-2"/>
</p:tagLst>
</file>

<file path=ppt/tags/tag13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2"/>
  <p:tag name="KSO_WM_UNIT_TYPE" val="l_i"/>
  <p:tag name="KSO_WM_UNIT_INDEX" val="1_11"/>
  <p:tag name="KSO_WM_UNIT_ID" val="custom160563_18*l_i*1_11"/>
  <p:tag name="KSO_WM_UNIT_CLEAR" val="1"/>
  <p:tag name="KSO_WM_UNIT_LAYERLEVEL" val="1_1"/>
  <p:tag name="KSO_WM_DIAGRAM_GROUP_CODE" val="l1-2"/>
</p:tagLst>
</file>

<file path=ppt/tags/tag13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4"/>
  <p:tag name="KSO_WM_UNIT_TYPE" val="l_i"/>
  <p:tag name="KSO_WM_UNIT_INDEX" val="1_12"/>
  <p:tag name="KSO_WM_UNIT_ID" val="custom160563_18*l_i*1_12"/>
  <p:tag name="KSO_WM_UNIT_CLEAR" val="1"/>
  <p:tag name="KSO_WM_UNIT_LAYERLEVEL" val="1_1"/>
  <p:tag name="KSO_WM_DIAGRAM_GROUP_CODE" val="l1-2"/>
</p:tagLst>
</file>

<file path=ppt/tags/tag1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8*i*36"/>
  <p:tag name="KSO_WM_TEMPLATE_CATEGORY" val="custom"/>
  <p:tag name="KSO_WM_TEMPLATE_INDEX" val="160563"/>
  <p:tag name="KSO_WM_UNIT_INDEX" val="36"/>
</p:tagLst>
</file>

<file path=ppt/tags/tag14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Text"/>
  <p:tag name="MH_ORDER" val="1"/>
  <p:tag name="KSO_WM_UNIT_TYPE" val="l_h_f"/>
  <p:tag name="KSO_WM_UNIT_INDEX" val="1_5_1"/>
  <p:tag name="KSO_WM_UNIT_ID" val="custom160563_18*l_h_f*1_5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57"/>
  <p:tag name="KSO_WM_DIAGRAM_GROUP_CODE" val="l1-2"/>
</p:tagLst>
</file>

<file path=ppt/tags/tag14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1"/>
  <p:tag name="KSO_WM_UNIT_TYPE" val="l_i"/>
  <p:tag name="KSO_WM_UNIT_INDEX" val="1_13"/>
  <p:tag name="KSO_WM_UNIT_ID" val="custom160563_18*l_i*1_13"/>
  <p:tag name="KSO_WM_UNIT_CLEAR" val="1"/>
  <p:tag name="KSO_WM_UNIT_LAYERLEVEL" val="1_1"/>
  <p:tag name="KSO_WM_DIAGRAM_GROUP_CODE" val="l1-2"/>
</p:tagLst>
</file>

<file path=ppt/tags/tag14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SubTitle"/>
  <p:tag name="MH_ORDER" val="1"/>
  <p:tag name="KSO_WM_UNIT_TYPE" val="l_i"/>
  <p:tag name="KSO_WM_UNIT_INDEX" val="1_14"/>
  <p:tag name="KSO_WM_UNIT_ID" val="custom160563_18*l_i*1_14"/>
  <p:tag name="KSO_WM_UNIT_CLEAR" val="1"/>
  <p:tag name="KSO_WM_UNIT_LAYERLEVEL" val="1_1"/>
  <p:tag name="KSO_WM_DIAGRAM_GROUP_CODE" val="l1-2"/>
</p:tagLst>
</file>

<file path=ppt/tags/tag14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Other"/>
  <p:tag name="MH_ORDER" val="2"/>
  <p:tag name="KSO_WM_UNIT_TYPE" val="l_i"/>
  <p:tag name="KSO_WM_UNIT_INDEX" val="1_15"/>
  <p:tag name="KSO_WM_UNIT_ID" val="custom160563_18*l_i*1_15"/>
  <p:tag name="KSO_WM_UNIT_CLEAR" val="1"/>
  <p:tag name="KSO_WM_UNIT_LAYERLEVEL" val="1_1"/>
  <p:tag name="KSO_WM_DIAGRAM_GROUP_CODE" val="l1-2"/>
</p:tagLst>
</file>

<file path=ppt/tags/tag14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KSO_WM_UNIT_TYPE" val="a"/>
  <p:tag name="KSO_WM_UNIT_INDEX" val="1"/>
  <p:tag name="KSO_WM_UNIT_ID" val="custom160563_1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4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KSO_WM_UNIT_TYPE" val="e"/>
  <p:tag name="KSO_WM_UNIT_INDEX" val="1"/>
  <p:tag name="KSO_WM_UNIT_ID" val="custom160563_12*e*1"/>
  <p:tag name="KSO_WM_UNIT_CLEAR" val="1"/>
  <p:tag name="KSO_WM_UNIT_LAYERLEVEL" val="1"/>
  <p:tag name="KSO_WM_UNIT_VALUE" val="6"/>
  <p:tag name="KSO_WM_UNIT_HIGHLIGHT" val="0"/>
  <p:tag name="KSO_WM_UNIT_COMPATIBLE" val="1"/>
  <p:tag name="KSO_WM_UNIT_PRESET_TEXT" val="01"/>
</p:tagLst>
</file>

<file path=ppt/tags/tag146.xml><?xml version="1.0" encoding="utf-8"?>
<p:tagLst xmlns:p="http://schemas.openxmlformats.org/presentationml/2006/main">
  <p:tag name="KSO_WM_TEMPLATE_CATEGORY" val="custom"/>
  <p:tag name="KSO_WM_TEMPLATE_INDEX" val="160563"/>
  <p:tag name="KSO_WM_TAG_VERSION" val="1.0"/>
  <p:tag name="KSO_WM_SLIDE_ID" val="custom160563_12"/>
  <p:tag name="KSO_WM_SLIDE_INDEX" val="12"/>
  <p:tag name="KSO_WM_SLIDE_ITEM_CNT" val="1"/>
  <p:tag name="KSO_WM_SLIDE_LAYOUT" val="a_e"/>
  <p:tag name="KSO_WM_SLIDE_LAYOUT_CNT" val="1_1"/>
  <p:tag name="KSO_WM_SLIDE_TYPE" val="sectionTitle"/>
  <p:tag name="KSO_WM_BEAUTIFY_FLAG" val="#wm#"/>
</p:tagLst>
</file>

<file path=ppt/tags/tag14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63_19*i*0"/>
  <p:tag name="KSO_WM_TEMPLATE_CATEGORY" val="custom"/>
  <p:tag name="KSO_WM_TEMPLATE_INDEX" val="160563"/>
  <p:tag name="KSO_WM_UNIT_INDEX" val="0"/>
</p:tagLst>
</file>

<file path=ppt/tags/tag148.xml><?xml version="1.0" encoding="utf-8"?>
<p:tagLst xmlns:p="http://schemas.openxmlformats.org/presentationml/2006/main">
  <p:tag name="MH" val="20150923111623"/>
  <p:tag name="MH_LIBRARY" val="GRAPHIC"/>
  <p:tag name="MH_TYPE" val="Other"/>
  <p:tag name="MH_ORDER" val="1"/>
  <p:tag name="KSO_WM_TAG_VERSION" val="1.0"/>
  <p:tag name="KSO_WM_BEAUTIFY_FLAG" val="#wm#"/>
  <p:tag name="KSO_WM_UNIT_TYPE" val="i"/>
  <p:tag name="KSO_WM_UNIT_ID" val="custom160563_19*i*5"/>
  <p:tag name="KSO_WM_TEMPLATE_CATEGORY" val="custom"/>
  <p:tag name="KSO_WM_TEMPLATE_INDEX" val="160563"/>
  <p:tag name="KSO_WM_UNIT_INDEX" val="5"/>
</p:tagLst>
</file>

<file path=ppt/tags/tag149.xml><?xml version="1.0" encoding="utf-8"?>
<p:tagLst xmlns:p="http://schemas.openxmlformats.org/presentationml/2006/main">
  <p:tag name="MH" val="20150923111623"/>
  <p:tag name="MH_LIBRARY" val="GRAPHIC"/>
  <p:tag name="MH_TYPE" val="Desc"/>
  <p:tag name="MH_ORDER" val="1"/>
  <p:tag name="KSO_WM_TAG_VERSION" val="1.0"/>
  <p:tag name="KSO_WM_BEAUTIFY_FLAG" val="#wm#"/>
  <p:tag name="KSO_WM_UNIT_TYPE" val="i"/>
  <p:tag name="KSO_WM_UNIT_ID" val="custom160563_19*i*6"/>
  <p:tag name="KSO_WM_TEMPLATE_CATEGORY" val="custom"/>
  <p:tag name="KSO_WM_TEMPLATE_INDEX" val="160563"/>
  <p:tag name="KSO_WM_UNIT_INDEX" val="6"/>
</p:tagLst>
</file>

<file path=ppt/tags/tag150.xml><?xml version="1.0" encoding="utf-8"?>
<p:tagLst xmlns:p="http://schemas.openxmlformats.org/presentationml/2006/main">
  <p:tag name="MH" val="20150923111623"/>
  <p:tag name="MH_LIBRARY" val="GRAPHIC"/>
  <p:tag name="MH_TYPE" val="Other"/>
  <p:tag name="MH_ORDER" val="2"/>
  <p:tag name="KSO_WM_TAG_VERSION" val="1.0"/>
  <p:tag name="KSO_WM_BEAUTIFY_FLAG" val="#wm#"/>
  <p:tag name="KSO_WM_UNIT_TYPE" val="i"/>
  <p:tag name="KSO_WM_UNIT_ID" val="custom160563_19*i*7"/>
  <p:tag name="KSO_WM_TEMPLATE_CATEGORY" val="custom"/>
  <p:tag name="KSO_WM_TEMPLATE_INDEX" val="160563"/>
  <p:tag name="KSO_WM_UNIT_INDEX" val="7"/>
</p:tagLst>
</file>

<file path=ppt/tags/tag15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KSO_WM_UNIT_TYPE" val="f"/>
  <p:tag name="KSO_WM_UNIT_INDEX" val="1"/>
  <p:tag name="KSO_WM_UNIT_ID" val="custom160563_19*f*1"/>
  <p:tag name="KSO_WM_UNIT_CLEAR" val="1"/>
  <p:tag name="KSO_WM_UNIT_LAYERLEVEL" val="1"/>
  <p:tag name="KSO_WM_UNIT_VALUE" val="84"/>
  <p:tag name="KSO_WM_UNIT_HIGHLIGHT" val="0"/>
  <p:tag name="KSO_WM_UNIT_COMPATIBLE" val="0"/>
  <p:tag name="KSO_WM_UNIT_PRESET_TEXT_INDEX" val="5"/>
  <p:tag name="KSO_WM_UNIT_PRESET_TEXT_LEN" val="150"/>
</p:tagLst>
</file>

<file path=ppt/tags/tag15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220"/>
  <p:tag name="MH_LIBRARY" val="GRAPHIC"/>
  <p:tag name="MH_TYPE" val="PageTitle"/>
  <p:tag name="MH_ORDER" val="PageTitle"/>
  <p:tag name="KSO_WM_UNIT_TYPE" val="a"/>
  <p:tag name="KSO_WM_UNIT_INDEX" val="1"/>
  <p:tag name="KSO_WM_UNIT_ID" val="custom160563_19*a*1"/>
  <p:tag name="KSO_WM_UNIT_CLEAR" val="1"/>
  <p:tag name="KSO_WM_UNIT_LAYERLEVEL" val="1"/>
  <p:tag name="KSO_WM_UNIT_VALUE" val="2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53.xml><?xml version="1.0" encoding="utf-8"?>
<p:tagLst xmlns:p="http://schemas.openxmlformats.org/presentationml/2006/main">
  <p:tag name="MH_TYPE" val="#NeiR#"/>
  <p:tag name="MH_NUMBER" val="1"/>
  <p:tag name="MH_CATEGORY" val="#QiTTB#"/>
  <p:tag name="MH_LAYOUT" val="Desc"/>
  <p:tag name="MH" val="20150923111623"/>
  <p:tag name="MH_LIBRARY" val="GRAPHIC"/>
  <p:tag name="KSO_WM_TEMPLATE_CATEGORY" val="custom"/>
  <p:tag name="KSO_WM_TEMPLATE_INDEX" val="160563"/>
  <p:tag name="KSO_WM_TAG_VERSION" val="1.0"/>
  <p:tag name="KSO_WM_SLIDE_ID" val="custom160563_19"/>
  <p:tag name="KSO_WM_SLIDE_INDEX" val="19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272*163"/>
  <p:tag name="KSO_WM_SLIDE_SIZE" val="319*225"/>
</p:tagLst>
</file>

<file path=ppt/tags/tag15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KSO_WM_UNIT_TYPE" val="f"/>
  <p:tag name="KSO_WM_UNIT_INDEX" val="1"/>
  <p:tag name="KSO_WM_UNIT_ID" val="custom160563_20*f*1"/>
  <p:tag name="KSO_WM_UNIT_CLEAR" val="1"/>
  <p:tag name="KSO_WM_UNIT_LAYERLEVEL" val="1"/>
  <p:tag name="KSO_WM_UNIT_VALUE" val="135"/>
  <p:tag name="KSO_WM_UNIT_HIGHLIGHT" val="0"/>
  <p:tag name="KSO_WM_UNIT_COMPATIBLE" val="0"/>
  <p:tag name="KSO_WM_UNIT_PRESET_TEXT_INDEX" val="5"/>
  <p:tag name="KSO_WM_UNIT_PRESET_TEXT_LEN" val="166"/>
</p:tagLst>
</file>

<file path=ppt/tags/tag15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MH" val="20150923111623"/>
  <p:tag name="MH_LIBRARY" val="GRAPHIC"/>
  <p:tag name="MH_TYPE" val="PageTitle"/>
  <p:tag name="MH_ORDER" val="PageTitle"/>
  <p:tag name="KSO_WM_UNIT_TYPE" val="a"/>
  <p:tag name="KSO_WM_UNIT_INDEX" val="1"/>
  <p:tag name="KSO_WM_UNIT_ID" val="custom160563_20*a*1"/>
  <p:tag name="KSO_WM_UNIT_CLEAR" val="1"/>
  <p:tag name="KSO_WM_UNIT_LAYERLEVEL" val="1"/>
  <p:tag name="KSO_WM_UNIT_VALUE" val="2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56.xml><?xml version="1.0" encoding="utf-8"?>
<p:tagLst xmlns:p="http://schemas.openxmlformats.org/presentationml/2006/main">
  <p:tag name="MH_TYPE" val="#NeiR#"/>
  <p:tag name="MH_NUMBER" val="1"/>
  <p:tag name="MH_CATEGORY" val="#QiTTB#"/>
  <p:tag name="MH_LAYOUT" val="Desc"/>
  <p:tag name="MH" val="20150923111623"/>
  <p:tag name="MH_LIBRARY" val="GRAPHIC"/>
  <p:tag name="KSO_WM_TEMPLATE_CATEGORY" val="custom"/>
  <p:tag name="KSO_WM_TEMPLATE_INDEX" val="160563"/>
  <p:tag name="KSO_WM_TAG_VERSION" val="1.0"/>
  <p:tag name="KSO_WM_SLIDE_ID" val="custom160563_20"/>
  <p:tag name="KSO_WM_SLIDE_INDEX" val="20"/>
  <p:tag name="KSO_WM_SLIDE_ITEM_CNT" val="2"/>
  <p:tag name="KSO_WM_SLIDE_LAYOUT" val="a_f"/>
  <p:tag name="KSO_WM_SLIDE_LAYOUT_CNT" val="1_2"/>
  <p:tag name="KSO_WM_SLIDE_TYPE" val="text"/>
  <p:tag name="KSO_WM_BEAUTIFY_FLAG" val="#wm#"/>
  <p:tag name="KSO_WM_SLIDE_POSITION" val="149*130"/>
  <p:tag name="KSO_WM_SLIDE_SIZE" val="667*310"/>
</p:tagLst>
</file>

<file path=ppt/tags/tag157.xml><?xml version="1.0" encoding="utf-8"?>
<p:tagLst xmlns:p="http://schemas.openxmlformats.org/presentationml/2006/main">
  <p:tag name="MH" val="20150923113405"/>
  <p:tag name="MH_LIBRARY" val="GRAPHIC"/>
  <p:tag name="MH_ORDER" val="Freeform 6"/>
  <p:tag name="KSO_WM_TAG_VERSION" val="1.0"/>
  <p:tag name="KSO_WM_BEAUTIFY_FLAG" val="#wm#"/>
  <p:tag name="KSO_WM_UNIT_TYPE" val="i"/>
  <p:tag name="KSO_WM_UNIT_ID" val="custom160563_30*i*0"/>
  <p:tag name="KSO_WM_TEMPLATE_CATEGORY" val="custom"/>
  <p:tag name="KSO_WM_TEMPLATE_INDEX" val="160563"/>
  <p:tag name="KSO_WM_UNIT_INDEX" val="0"/>
</p:tagLst>
</file>

<file path=ppt/tags/tag15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63"/>
  <p:tag name="KSO_WM_UNIT_TYPE" val="b"/>
  <p:tag name="KSO_WM_UNIT_INDEX" val="1"/>
  <p:tag name="KSO_WM_UNIT_ID" val="custom160563_30*b*1"/>
  <p:tag name="KSO_WM_UNIT_CLEAR" val="1"/>
  <p:tag name="KSO_WM_UNIT_LAYERLEVEL" val="1"/>
  <p:tag name="KSO_WM_UNIT_VALUE" val="17"/>
  <p:tag name="KSO_WM_UNIT_ISCONTENTSTITLE" val="0"/>
  <p:tag name="KSO_WM_UNIT_HIGHLIGHT" val="0"/>
  <p:tag name="KSO_WM_UNIT_COMPATIBLE" val="0"/>
  <p:tag name="KSO_WM_UNIT_PRESET_TEXT" val="@YOURNAME"/>
</p:tagLst>
</file>

<file path=ppt/tags/tag159.xml><?xml version="1.0" encoding="utf-8"?>
<p:tagLst xmlns:p="http://schemas.openxmlformats.org/presentationml/2006/main">
  <p:tag name="MH" val="20150923113405"/>
  <p:tag name="MH_LIBRARY" val="GRAPHIC"/>
  <p:tag name="KSO_WM_TEMPLATE_CATEGORY" val="custom"/>
  <p:tag name="KSO_WM_TEMPLATE_INDEX" val="160563"/>
  <p:tag name="KSO_WM_TAG_VERSION" val="1.0"/>
  <p:tag name="KSO_WM_SLIDE_ID" val="custom160563_30"/>
  <p:tag name="KSO_WM_SLIDE_INDEX" val="30"/>
  <p:tag name="KSO_WM_SLIDE_ITEM_CNT" val="1"/>
  <p:tag name="KSO_WM_SLIDE_LAYOUT" val="b"/>
  <p:tag name="KSO_WM_SLIDE_LAYOUT_CNT" val="1"/>
  <p:tag name="KSO_WM_SLIDE_TYPE" val="endPage"/>
  <p:tag name="KSO_WM_BEAUTIFY_FLAG" val="#wm#"/>
</p:tagLst>
</file>

<file path=ppt/theme/theme1.xml><?xml version="1.0" encoding="utf-8"?>
<a:theme xmlns:a="http://schemas.openxmlformats.org/drawingml/2006/main" name="自定义设计方案">
  <a:themeElements>
    <a:clrScheme name="160563">
      <a:dk1>
        <a:srgbClr val="FFFFFF"/>
      </a:dk1>
      <a:lt1>
        <a:srgbClr val="5F5F5F"/>
      </a:lt1>
      <a:dk2>
        <a:srgbClr val="FFFFFF"/>
      </a:dk2>
      <a:lt2>
        <a:srgbClr val="5F5F5F"/>
      </a:lt2>
      <a:accent1>
        <a:srgbClr val="D62739"/>
      </a:accent1>
      <a:accent2>
        <a:srgbClr val="EC9126"/>
      </a:accent2>
      <a:accent3>
        <a:srgbClr val="8AB365"/>
      </a:accent3>
      <a:accent4>
        <a:srgbClr val="69B1AF"/>
      </a:accent4>
      <a:accent5>
        <a:srgbClr val="717EC1"/>
      </a:accent5>
      <a:accent6>
        <a:srgbClr val="00B0F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1011</Words>
  <Application>WPS 演示</Application>
  <PresentationFormat>自定义</PresentationFormat>
  <Paragraphs>180</Paragraphs>
  <Slides>18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黑体</vt:lpstr>
      <vt:lpstr>Calibri</vt:lpstr>
      <vt:lpstr>Arial Narrow</vt:lpstr>
      <vt:lpstr>Arial</vt:lpstr>
      <vt:lpstr>微软雅黑</vt:lpstr>
      <vt:lpstr>自定义设计方案</vt:lpstr>
      <vt:lpstr>兼职云 P-TIME Azure</vt:lpstr>
      <vt:lpstr>PowerPoint 演示文稿</vt:lpstr>
      <vt:lpstr>PowerPoint 演示文稿</vt:lpstr>
      <vt:lpstr>制作背景</vt:lpstr>
      <vt:lpstr>PowerPoint 演示文稿</vt:lpstr>
      <vt:lpstr>模块功能介绍</vt:lpstr>
      <vt:lpstr>PowerPoint 演示文稿</vt:lpstr>
      <vt:lpstr>PowerPoint 演示文稿</vt:lpstr>
      <vt:lpstr>可行性分析</vt:lpstr>
      <vt:lpstr>PowerPoint 演示文稿</vt:lpstr>
      <vt:lpstr>可行性分析</vt:lpstr>
      <vt:lpstr>可行性分析</vt:lpstr>
      <vt:lpstr>可行性分析</vt:lpstr>
      <vt:lpstr>可行性分析</vt:lpstr>
      <vt:lpstr>资料来源及小组分工</vt:lpstr>
      <vt:lpstr>PowerPoint 演示文稿</vt:lpstr>
      <vt:lpstr>小组分工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pc</cp:lastModifiedBy>
  <cp:revision>164</cp:revision>
  <dcterms:created xsi:type="dcterms:W3CDTF">2015-09-21T02:24:00Z</dcterms:created>
  <dcterms:modified xsi:type="dcterms:W3CDTF">2017-03-15T10:55:41Z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2052-10.1.0.6260</vt:lpwstr>
  </property>
  <property fmtid="{D5CDD505-2E9C-101B-9397-08002B2CF9AE}" pid="3" name="name">
    <vt:lpwstr>黑红色简约型商务报告.pptx</vt:lpwstr>
  </property>
  <property fmtid="{D5CDD505-2E9C-101B-9397-08002B2CF9AE}" pid="4" name="fileid">
    <vt:lpwstr>861700</vt:lpwstr>
  </property>
  <property fmtid="{D5CDD505-2E9C-101B-9397-08002B2CF9AE}" pid="5" name="search_tags">
    <vt:lpwstr>PPT模板</vt:lpwstr>
  </property>
</Properties>
</file>